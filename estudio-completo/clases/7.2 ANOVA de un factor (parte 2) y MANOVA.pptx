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75"/>
    <p:sldId id="319" r:id="rId76"/>
    <p:sldId id="320" r:id="rId77"/>
    <p:sldId id="321" r:id="rId78"/>
    <p:sldId id="322" r:id="rId79"/>
    <p:sldId id="323" r:id="rId80"/>
    <p:sldId id="324" r:id="rId81"/>
    <p:sldId id="325" r:id="rId82"/>
    <p:sldId id="326" r:id="rId83"/>
    <p:sldId id="327" r:id="rId84"/>
  </p:sldIdLst>
  <p:sldSz cy="6858000" cx="12192000"/>
  <p:notesSz cx="6858000" cy="9144000"/>
  <p:embeddedFontLst>
    <p:embeddedFont>
      <p:font typeface="Corbel"/>
      <p:regular r:id="rId68"/>
      <p:bold r:id="rId69"/>
      <p:italic r:id="rId70"/>
      <p:boldItalic r:id="rId71"/>
    </p:embeddedFont>
    <p:embeddedFont>
      <p:font typeface="Noto Sans Symbols"/>
      <p:regular r:id="rId72"/>
      <p:bold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4" roundtripDataSignature="AMtx7mgRe94lvzZItcie3IyvhoCc3sPa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DC4F6C7-7B87-4E55-8A9C-0BDB522986A1}">
  <a:tblStyle styleId="{4DC4F6C7-7B87-4E55-8A9C-0BDB522986A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45" Type="http://schemas.openxmlformats.org/officeDocument/2006/relationships/slide" Target="slides/slide2.xml"/><Relationship Id="rId46" Type="http://schemas.openxmlformats.org/officeDocument/2006/relationships/slide" Target="slides/slide3.xml"/><Relationship Id="rId47" Type="http://schemas.openxmlformats.org/officeDocument/2006/relationships/slide" Target="slides/slide4.xml"/><Relationship Id="rId48" Type="http://schemas.openxmlformats.org/officeDocument/2006/relationships/slide" Target="slides/slide5.xml"/><Relationship Id="rId49" Type="http://schemas.openxmlformats.org/officeDocument/2006/relationships/slide" Target="slides/slide6.xml"/><Relationship Id="rId50" Type="http://schemas.openxmlformats.org/officeDocument/2006/relationships/slide" Target="slides/slide7.xml"/><Relationship Id="rId51" Type="http://schemas.openxmlformats.org/officeDocument/2006/relationships/slide" Target="slides/slide8.xml"/><Relationship Id="rId52" Type="http://schemas.openxmlformats.org/officeDocument/2006/relationships/slide" Target="slides/slide9.xml"/><Relationship Id="rId53" Type="http://schemas.openxmlformats.org/officeDocument/2006/relationships/slide" Target="slides/slide10.xml"/><Relationship Id="rId54" Type="http://schemas.openxmlformats.org/officeDocument/2006/relationships/slide" Target="slides/slide11.xml"/><Relationship Id="rId55" Type="http://schemas.openxmlformats.org/officeDocument/2006/relationships/slide" Target="slides/slide12.xml"/><Relationship Id="rId56" Type="http://schemas.openxmlformats.org/officeDocument/2006/relationships/slide" Target="slides/slide13.xml"/><Relationship Id="rId57" Type="http://schemas.openxmlformats.org/officeDocument/2006/relationships/slide" Target="slides/slide14.xml"/><Relationship Id="rId58" Type="http://schemas.openxmlformats.org/officeDocument/2006/relationships/slide" Target="slides/slide15.xml"/><Relationship Id="rId59" Type="http://schemas.openxmlformats.org/officeDocument/2006/relationships/slide" Target="slides/slide16.xml"/><Relationship Id="rId60" Type="http://schemas.openxmlformats.org/officeDocument/2006/relationships/slide" Target="slides/slide17.xml"/><Relationship Id="rId61" Type="http://schemas.openxmlformats.org/officeDocument/2006/relationships/slide" Target="slides/slide18.xml"/><Relationship Id="rId62" Type="http://schemas.openxmlformats.org/officeDocument/2006/relationships/slide" Target="slides/slide19.xml"/><Relationship Id="rId63" Type="http://schemas.openxmlformats.org/officeDocument/2006/relationships/slide" Target="slides/slide20.xml"/><Relationship Id="rId64" Type="http://schemas.openxmlformats.org/officeDocument/2006/relationships/slide" Target="slides/slide21.xml"/><Relationship Id="rId65" Type="http://schemas.openxmlformats.org/officeDocument/2006/relationships/slide" Target="slides/slide22.xml"/><Relationship Id="rId66" Type="http://schemas.openxmlformats.org/officeDocument/2006/relationships/slide" Target="slides/slide23.xml"/><Relationship Id="rId67" Type="http://schemas.openxmlformats.org/officeDocument/2006/relationships/slide" Target="slides/slide24.xml"/><Relationship Id="rId68" Type="http://schemas.openxmlformats.org/officeDocument/2006/relationships/font" Target="fonts/Corbel-regular.fntdata"/><Relationship Id="rId69" Type="http://schemas.openxmlformats.org/officeDocument/2006/relationships/font" Target="fonts/Corbel-bold.fntdata"/><Relationship Id="rId70" Type="http://schemas.openxmlformats.org/officeDocument/2006/relationships/font" Target="fonts/Corbel-italic.fntdata"/><Relationship Id="rId71" Type="http://schemas.openxmlformats.org/officeDocument/2006/relationships/font" Target="fonts/Corbel-boldItalic.fntdata"/><Relationship Id="rId72" Type="http://schemas.openxmlformats.org/officeDocument/2006/relationships/font" Target="fonts/NotoSansSymbols-regular.fntdata"/><Relationship Id="rId73" Type="http://schemas.openxmlformats.org/officeDocument/2006/relationships/font" Target="fonts/NotoSansSymbols-bold.fntdata"/><Relationship Id="rId74" Type="http://customschemas.google.com/relationships/presentationmetadata" Target="metadata"/><Relationship Id="rId75" Type="http://schemas.openxmlformats.org/officeDocument/2006/relationships/slide" Target="slides/slide25.xml"/><Relationship Id="rId76" Type="http://schemas.openxmlformats.org/officeDocument/2006/relationships/slide" Target="slides/slide26.xml"/><Relationship Id="rId77" Type="http://schemas.openxmlformats.org/officeDocument/2006/relationships/slide" Target="slides/slide27.xml"/><Relationship Id="rId78" Type="http://schemas.openxmlformats.org/officeDocument/2006/relationships/slide" Target="slides/slide28.xml"/><Relationship Id="rId79" Type="http://schemas.openxmlformats.org/officeDocument/2006/relationships/slide" Target="slides/slide29.xml"/><Relationship Id="rId80" Type="http://schemas.openxmlformats.org/officeDocument/2006/relationships/slide" Target="slides/slide30.xml"/><Relationship Id="rId81" Type="http://schemas.openxmlformats.org/officeDocument/2006/relationships/slide" Target="slides/slide31.xml"/><Relationship Id="rId82" Type="http://schemas.openxmlformats.org/officeDocument/2006/relationships/slide" Target="slides/slide32.xml"/><Relationship Id="rId83" Type="http://schemas.openxmlformats.org/officeDocument/2006/relationships/slide" Target="slides/slide33.xml"/><Relationship Id="rId84"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2" name="Shape 12"/>
        <p:cNvGrpSpPr/>
        <p:nvPr/>
      </p:nvGrpSpPr>
      <p:grpSpPr>
        <a:xfrm>
          <a:off x="0" y="0"/>
          <a:ext cx="0" cy="0"/>
          <a:chOff x="0" y="0"/>
          <a:chExt cx="0" cy="0"/>
        </a:xfrm>
      </p:grpSpPr>
      <p:sp>
        <p:nvSpPr>
          <p:cNvPr id="13" name="Google Shape;13;p62"/>
          <p:cNvSpPr/>
          <p:nvPr/>
        </p:nvSpPr>
        <p:spPr>
          <a:xfrm>
            <a:off x="231140" y="243840"/>
            <a:ext cx="11724640" cy="6377939"/>
          </a:xfrm>
          <a:prstGeom prst="rect">
            <a:avLst/>
          </a:prstGeom>
          <a:solidFill>
            <a:schemeClr val="accent1"/>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62"/>
          <p:cNvSpPr txBox="1"/>
          <p:nvPr>
            <p:ph type="ctrTitle"/>
          </p:nvPr>
        </p:nvSpPr>
        <p:spPr>
          <a:xfrm>
            <a:off x="1109980" y="882376"/>
            <a:ext cx="9966960" cy="2926080"/>
          </a:xfrm>
          <a:prstGeom prst="rect">
            <a:avLst/>
          </a:prstGeom>
          <a:noFill/>
          <a:ln>
            <a:noFill/>
          </a:ln>
        </p:spPr>
        <p:txBody>
          <a:bodyPr anchorCtr="0" anchor="b" bIns="45700" lIns="91425" spcFirstLastPara="1" rIns="91425" wrap="square" tIns="45700">
            <a:normAutofit/>
          </a:bodyPr>
          <a:lstStyle>
            <a:lvl1pPr lvl="0" algn="ctr">
              <a:lnSpc>
                <a:spcPct val="85000"/>
              </a:lnSpc>
              <a:spcBef>
                <a:spcPts val="0"/>
              </a:spcBef>
              <a:spcAft>
                <a:spcPts val="0"/>
              </a:spcAft>
              <a:buClr>
                <a:srgbClr val="FFFFFF"/>
              </a:buClr>
              <a:buSzPts val="7200"/>
              <a:buFont typeface="Corbel"/>
              <a:buNone/>
              <a:defRPr b="1" sz="7200" cap="none">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62"/>
          <p:cNvSpPr txBox="1"/>
          <p:nvPr>
            <p:ph idx="1" type="subTitle"/>
          </p:nvPr>
        </p:nvSpPr>
        <p:spPr>
          <a:xfrm>
            <a:off x="1709530" y="3869634"/>
            <a:ext cx="8767860" cy="1388165"/>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400"/>
              </a:spcBef>
              <a:spcAft>
                <a:spcPts val="0"/>
              </a:spcAft>
              <a:buSzPts val="1760"/>
              <a:buNone/>
              <a:defRPr sz="2200">
                <a:solidFill>
                  <a:srgbClr val="FFFFFF"/>
                </a:solidFill>
              </a:defRPr>
            </a:lvl1pPr>
            <a:lvl2pPr lvl="1" algn="ctr">
              <a:lnSpc>
                <a:spcPct val="90000"/>
              </a:lnSpc>
              <a:spcBef>
                <a:spcPts val="200"/>
              </a:spcBef>
              <a:spcAft>
                <a:spcPts val="0"/>
              </a:spcAft>
              <a:buSzPts val="1760"/>
              <a:buNone/>
              <a:defRPr sz="2200"/>
            </a:lvl2pPr>
            <a:lvl3pPr lvl="2" algn="ctr">
              <a:lnSpc>
                <a:spcPct val="90000"/>
              </a:lnSpc>
              <a:spcBef>
                <a:spcPts val="400"/>
              </a:spcBef>
              <a:spcAft>
                <a:spcPts val="0"/>
              </a:spcAft>
              <a:buSzPts val="1760"/>
              <a:buNone/>
              <a:defRPr sz="2200"/>
            </a:lvl3pPr>
            <a:lvl4pPr lvl="3" algn="ctr">
              <a:lnSpc>
                <a:spcPct val="90000"/>
              </a:lnSpc>
              <a:spcBef>
                <a:spcPts val="400"/>
              </a:spcBef>
              <a:spcAft>
                <a:spcPts val="0"/>
              </a:spcAft>
              <a:buSzPts val="1600"/>
              <a:buNone/>
              <a:defRPr sz="2000"/>
            </a:lvl4pPr>
            <a:lvl5pPr lvl="4" algn="ctr">
              <a:lnSpc>
                <a:spcPct val="90000"/>
              </a:lnSpc>
              <a:spcBef>
                <a:spcPts val="400"/>
              </a:spcBef>
              <a:spcAft>
                <a:spcPts val="0"/>
              </a:spcAft>
              <a:buSzPts val="1600"/>
              <a:buNone/>
              <a:defRPr sz="2000"/>
            </a:lvl5pPr>
            <a:lvl6pPr lvl="5" algn="ctr">
              <a:lnSpc>
                <a:spcPct val="90000"/>
              </a:lnSpc>
              <a:spcBef>
                <a:spcPts val="400"/>
              </a:spcBef>
              <a:spcAft>
                <a:spcPts val="0"/>
              </a:spcAft>
              <a:buSzPts val="1600"/>
              <a:buNone/>
              <a:defRPr sz="2000"/>
            </a:lvl6pPr>
            <a:lvl7pPr lvl="6" algn="ctr">
              <a:lnSpc>
                <a:spcPct val="90000"/>
              </a:lnSpc>
              <a:spcBef>
                <a:spcPts val="400"/>
              </a:spcBef>
              <a:spcAft>
                <a:spcPts val="0"/>
              </a:spcAft>
              <a:buSzPts val="1600"/>
              <a:buNone/>
              <a:defRPr sz="2000"/>
            </a:lvl7pPr>
            <a:lvl8pPr lvl="7" algn="ctr">
              <a:lnSpc>
                <a:spcPct val="90000"/>
              </a:lnSpc>
              <a:spcBef>
                <a:spcPts val="400"/>
              </a:spcBef>
              <a:spcAft>
                <a:spcPts val="0"/>
              </a:spcAft>
              <a:buSzPts val="1600"/>
              <a:buNone/>
              <a:defRPr sz="2000"/>
            </a:lvl8pPr>
            <a:lvl9pPr lvl="8" algn="ctr">
              <a:lnSpc>
                <a:spcPct val="90000"/>
              </a:lnSpc>
              <a:spcBef>
                <a:spcPts val="400"/>
              </a:spcBef>
              <a:spcAft>
                <a:spcPts val="400"/>
              </a:spcAft>
              <a:buSzPts val="1600"/>
              <a:buNone/>
              <a:defRPr sz="2000"/>
            </a:lvl9pPr>
          </a:lstStyle>
          <a:p/>
        </p:txBody>
      </p:sp>
      <p:sp>
        <p:nvSpPr>
          <p:cNvPr id="16" name="Google Shape;16;p62"/>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62"/>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62"/>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FFFFFF"/>
                </a:solidFill>
                <a:latin typeface="Corbel"/>
                <a:ea typeface="Corbel"/>
                <a:cs typeface="Corbel"/>
                <a:sym typeface="Corbel"/>
              </a:defRPr>
            </a:lvl1pPr>
            <a:lvl2pPr indent="0" lvl="1" marL="0" algn="r">
              <a:spcBef>
                <a:spcPts val="0"/>
              </a:spcBef>
              <a:buNone/>
              <a:defRPr b="0" i="0" sz="1200" u="none" cap="none" strike="noStrike">
                <a:solidFill>
                  <a:srgbClr val="FFFFFF"/>
                </a:solidFill>
                <a:latin typeface="Corbel"/>
                <a:ea typeface="Corbel"/>
                <a:cs typeface="Corbel"/>
                <a:sym typeface="Corbel"/>
              </a:defRPr>
            </a:lvl2pPr>
            <a:lvl3pPr indent="0" lvl="2" marL="0" algn="r">
              <a:spcBef>
                <a:spcPts val="0"/>
              </a:spcBef>
              <a:buNone/>
              <a:defRPr b="0" i="0" sz="1200" u="none" cap="none" strike="noStrike">
                <a:solidFill>
                  <a:srgbClr val="FFFFFF"/>
                </a:solidFill>
                <a:latin typeface="Corbel"/>
                <a:ea typeface="Corbel"/>
                <a:cs typeface="Corbel"/>
                <a:sym typeface="Corbel"/>
              </a:defRPr>
            </a:lvl3pPr>
            <a:lvl4pPr indent="0" lvl="3" marL="0" algn="r">
              <a:spcBef>
                <a:spcPts val="0"/>
              </a:spcBef>
              <a:buNone/>
              <a:defRPr b="0" i="0" sz="1200" u="none" cap="none" strike="noStrike">
                <a:solidFill>
                  <a:srgbClr val="FFFFFF"/>
                </a:solidFill>
                <a:latin typeface="Corbel"/>
                <a:ea typeface="Corbel"/>
                <a:cs typeface="Corbel"/>
                <a:sym typeface="Corbel"/>
              </a:defRPr>
            </a:lvl4pPr>
            <a:lvl5pPr indent="0" lvl="4" marL="0" algn="r">
              <a:spcBef>
                <a:spcPts val="0"/>
              </a:spcBef>
              <a:buNone/>
              <a:defRPr b="0" i="0" sz="1200" u="none" cap="none" strike="noStrike">
                <a:solidFill>
                  <a:srgbClr val="FFFFFF"/>
                </a:solidFill>
                <a:latin typeface="Corbel"/>
                <a:ea typeface="Corbel"/>
                <a:cs typeface="Corbel"/>
                <a:sym typeface="Corbel"/>
              </a:defRPr>
            </a:lvl5pPr>
            <a:lvl6pPr indent="0" lvl="5" marL="0" algn="r">
              <a:spcBef>
                <a:spcPts val="0"/>
              </a:spcBef>
              <a:buNone/>
              <a:defRPr b="0" i="0" sz="1200" u="none" cap="none" strike="noStrike">
                <a:solidFill>
                  <a:srgbClr val="FFFFFF"/>
                </a:solidFill>
                <a:latin typeface="Corbel"/>
                <a:ea typeface="Corbel"/>
                <a:cs typeface="Corbel"/>
                <a:sym typeface="Corbel"/>
              </a:defRPr>
            </a:lvl6pPr>
            <a:lvl7pPr indent="0" lvl="6" marL="0" algn="r">
              <a:spcBef>
                <a:spcPts val="0"/>
              </a:spcBef>
              <a:buNone/>
              <a:defRPr b="0" i="0" sz="1200" u="none" cap="none" strike="noStrike">
                <a:solidFill>
                  <a:srgbClr val="FFFFFF"/>
                </a:solidFill>
                <a:latin typeface="Corbel"/>
                <a:ea typeface="Corbel"/>
                <a:cs typeface="Corbel"/>
                <a:sym typeface="Corbel"/>
              </a:defRPr>
            </a:lvl7pPr>
            <a:lvl8pPr indent="0" lvl="7" marL="0" algn="r">
              <a:spcBef>
                <a:spcPts val="0"/>
              </a:spcBef>
              <a:buNone/>
              <a:defRPr b="0" i="0" sz="1200" u="none" cap="none" strike="noStrike">
                <a:solidFill>
                  <a:srgbClr val="FFFFFF"/>
                </a:solidFill>
                <a:latin typeface="Corbel"/>
                <a:ea typeface="Corbel"/>
                <a:cs typeface="Corbel"/>
                <a:sym typeface="Corbel"/>
              </a:defRPr>
            </a:lvl8pPr>
            <a:lvl9pPr indent="0" lvl="8" marL="0" algn="r">
              <a:spcBef>
                <a:spcPts val="0"/>
              </a:spcBef>
              <a:buNone/>
              <a:defRPr b="0" i="0" sz="1200" u="none" cap="none" strike="noStrike">
                <a:solidFill>
                  <a:srgbClr val="FFFFFF"/>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s-MX"/>
              <a:t>‹#›</a:t>
            </a:fld>
            <a:endParaRPr/>
          </a:p>
        </p:txBody>
      </p:sp>
      <p:cxnSp>
        <p:nvCxnSpPr>
          <p:cNvPr id="19" name="Google Shape;19;p62"/>
          <p:cNvCxnSpPr/>
          <p:nvPr/>
        </p:nvCxnSpPr>
        <p:spPr>
          <a:xfrm>
            <a:off x="1978660" y="3733800"/>
            <a:ext cx="8229601" cy="0"/>
          </a:xfrm>
          <a:prstGeom prst="straightConnector1">
            <a:avLst/>
          </a:prstGeom>
          <a:noFill/>
          <a:ln cap="flat" cmpd="sng" w="10000">
            <a:solidFill>
              <a:srgbClr val="FFFFF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0" name="Shape 20"/>
        <p:cNvGrpSpPr/>
        <p:nvPr/>
      </p:nvGrpSpPr>
      <p:grpSpPr>
        <a:xfrm>
          <a:off x="0" y="0"/>
          <a:ext cx="0" cy="0"/>
          <a:chOff x="0" y="0"/>
          <a:chExt cx="0" cy="0"/>
        </a:xfrm>
      </p:grpSpPr>
      <p:sp>
        <p:nvSpPr>
          <p:cNvPr id="21" name="Google Shape;21;p63"/>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63"/>
          <p:cNvSpPr txBox="1"/>
          <p:nvPr>
            <p:ph idx="1" type="body"/>
          </p:nvPr>
        </p:nvSpPr>
        <p:spPr>
          <a:xfrm>
            <a:off x="1143000" y="2057400"/>
            <a:ext cx="9872871" cy="4038600"/>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1400"/>
              </a:spcBef>
              <a:spcAft>
                <a:spcPts val="0"/>
              </a:spcAft>
              <a:buSzPts val="1440"/>
              <a:buChar char="•"/>
              <a:defRPr/>
            </a:lvl1pPr>
            <a:lvl2pPr indent="-320040" lvl="1" marL="914400" algn="l">
              <a:lnSpc>
                <a:spcPct val="90000"/>
              </a:lnSpc>
              <a:spcBef>
                <a:spcPts val="200"/>
              </a:spcBef>
              <a:spcAft>
                <a:spcPts val="0"/>
              </a:spcAft>
              <a:buSzPts val="1440"/>
              <a:buChar char="•"/>
              <a:defRPr/>
            </a:lvl2pPr>
            <a:lvl3pPr indent="-320040" lvl="2" marL="1371600" algn="l">
              <a:lnSpc>
                <a:spcPct val="90000"/>
              </a:lnSpc>
              <a:spcBef>
                <a:spcPts val="400"/>
              </a:spcBef>
              <a:spcAft>
                <a:spcPts val="0"/>
              </a:spcAft>
              <a:buSzPts val="1440"/>
              <a:buChar char="•"/>
              <a:defRPr/>
            </a:lvl3pPr>
            <a:lvl4pPr indent="-320040" lvl="3" marL="1828800" algn="l">
              <a:lnSpc>
                <a:spcPct val="90000"/>
              </a:lnSpc>
              <a:spcBef>
                <a:spcPts val="400"/>
              </a:spcBef>
              <a:spcAft>
                <a:spcPts val="0"/>
              </a:spcAft>
              <a:buSzPts val="1440"/>
              <a:buChar char="•"/>
              <a:defRPr/>
            </a:lvl4pPr>
            <a:lvl5pPr indent="-320040" lvl="4" marL="2286000" algn="l">
              <a:lnSpc>
                <a:spcPct val="90000"/>
              </a:lnSpc>
              <a:spcBef>
                <a:spcPts val="400"/>
              </a:spcBef>
              <a:spcAft>
                <a:spcPts val="0"/>
              </a:spcAft>
              <a:buSzPts val="1440"/>
              <a:buChar char="•"/>
              <a:defRPr/>
            </a:lvl5pPr>
            <a:lvl6pPr indent="-320040" lvl="5" marL="2743200" algn="l">
              <a:lnSpc>
                <a:spcPct val="90000"/>
              </a:lnSpc>
              <a:spcBef>
                <a:spcPts val="400"/>
              </a:spcBef>
              <a:spcAft>
                <a:spcPts val="0"/>
              </a:spcAft>
              <a:buSzPts val="1440"/>
              <a:buChar char="•"/>
              <a:defRPr/>
            </a:lvl6pPr>
            <a:lvl7pPr indent="-320040" lvl="6" marL="3200400" algn="l">
              <a:lnSpc>
                <a:spcPct val="90000"/>
              </a:lnSpc>
              <a:spcBef>
                <a:spcPts val="400"/>
              </a:spcBef>
              <a:spcAft>
                <a:spcPts val="0"/>
              </a:spcAft>
              <a:buSzPts val="1440"/>
              <a:buChar char="•"/>
              <a:defRPr/>
            </a:lvl7pPr>
            <a:lvl8pPr indent="-320040" lvl="7" marL="3657600" algn="l">
              <a:lnSpc>
                <a:spcPct val="90000"/>
              </a:lnSpc>
              <a:spcBef>
                <a:spcPts val="400"/>
              </a:spcBef>
              <a:spcAft>
                <a:spcPts val="0"/>
              </a:spcAft>
              <a:buSzPts val="1440"/>
              <a:buChar char="•"/>
              <a:defRPr/>
            </a:lvl8pPr>
            <a:lvl9pPr indent="-320040" lvl="8" marL="4114800" algn="l">
              <a:lnSpc>
                <a:spcPct val="90000"/>
              </a:lnSpc>
              <a:spcBef>
                <a:spcPts val="400"/>
              </a:spcBef>
              <a:spcAft>
                <a:spcPts val="400"/>
              </a:spcAft>
              <a:buSzPts val="1440"/>
              <a:buChar char="•"/>
              <a:defRPr/>
            </a:lvl9pPr>
          </a:lstStyle>
          <a:p/>
        </p:txBody>
      </p:sp>
      <p:sp>
        <p:nvSpPr>
          <p:cNvPr id="23" name="Google Shape;23;p63"/>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63"/>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63"/>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6" name="Shape 26"/>
        <p:cNvGrpSpPr/>
        <p:nvPr/>
      </p:nvGrpSpPr>
      <p:grpSpPr>
        <a:xfrm>
          <a:off x="0" y="0"/>
          <a:ext cx="0" cy="0"/>
          <a:chOff x="0" y="0"/>
          <a:chExt cx="0" cy="0"/>
        </a:xfrm>
      </p:grpSpPr>
      <p:sp>
        <p:nvSpPr>
          <p:cNvPr id="27" name="Google Shape;27;p64"/>
          <p:cNvSpPr txBox="1"/>
          <p:nvPr>
            <p:ph type="title"/>
          </p:nvPr>
        </p:nvSpPr>
        <p:spPr>
          <a:xfrm>
            <a:off x="1106424" y="1173575"/>
            <a:ext cx="9966960" cy="2926080"/>
          </a:xfrm>
          <a:prstGeom prst="rect">
            <a:avLst/>
          </a:prstGeom>
          <a:noFill/>
          <a:ln>
            <a:noFill/>
          </a:ln>
        </p:spPr>
        <p:txBody>
          <a:bodyPr anchorCtr="0" anchor="b" bIns="45700" lIns="91425" spcFirstLastPara="1" rIns="91425" wrap="square" tIns="45700">
            <a:noAutofit/>
          </a:bodyPr>
          <a:lstStyle>
            <a:lvl1pPr lvl="0" algn="ctr">
              <a:lnSpc>
                <a:spcPct val="85000"/>
              </a:lnSpc>
              <a:spcBef>
                <a:spcPts val="0"/>
              </a:spcBef>
              <a:spcAft>
                <a:spcPts val="0"/>
              </a:spcAft>
              <a:buClr>
                <a:schemeClr val="accent1"/>
              </a:buClr>
              <a:buSzPts val="7200"/>
              <a:buFont typeface="Corbel"/>
              <a:buNone/>
              <a:defRPr b="0" sz="7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64"/>
          <p:cNvSpPr txBox="1"/>
          <p:nvPr>
            <p:ph idx="1" type="body"/>
          </p:nvPr>
        </p:nvSpPr>
        <p:spPr>
          <a:xfrm>
            <a:off x="1709928" y="4154520"/>
            <a:ext cx="8769096" cy="1363806"/>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400"/>
              </a:spcBef>
              <a:spcAft>
                <a:spcPts val="0"/>
              </a:spcAft>
              <a:buSzPts val="1760"/>
              <a:buNone/>
              <a:defRPr sz="2200">
                <a:solidFill>
                  <a:schemeClr val="accent1"/>
                </a:solidFill>
              </a:defRPr>
            </a:lvl1pPr>
            <a:lvl2pPr indent="-228600" lvl="1" marL="914400" algn="l">
              <a:lnSpc>
                <a:spcPct val="90000"/>
              </a:lnSpc>
              <a:spcBef>
                <a:spcPts val="200"/>
              </a:spcBef>
              <a:spcAft>
                <a:spcPts val="0"/>
              </a:spcAft>
              <a:buSzPts val="1440"/>
              <a:buNone/>
              <a:defRPr sz="1800">
                <a:solidFill>
                  <a:srgbClr val="888888"/>
                </a:solidFill>
              </a:defRPr>
            </a:lvl2pPr>
            <a:lvl3pPr indent="-228600" lvl="2" marL="1371600" algn="l">
              <a:lnSpc>
                <a:spcPct val="90000"/>
              </a:lnSpc>
              <a:spcBef>
                <a:spcPts val="400"/>
              </a:spcBef>
              <a:spcAft>
                <a:spcPts val="0"/>
              </a:spcAft>
              <a:buSzPts val="1280"/>
              <a:buNone/>
              <a:defRPr sz="1600">
                <a:solidFill>
                  <a:srgbClr val="888888"/>
                </a:solidFill>
              </a:defRPr>
            </a:lvl3pPr>
            <a:lvl4pPr indent="-228600" lvl="3" marL="1828800" algn="l">
              <a:lnSpc>
                <a:spcPct val="90000"/>
              </a:lnSpc>
              <a:spcBef>
                <a:spcPts val="400"/>
              </a:spcBef>
              <a:spcAft>
                <a:spcPts val="0"/>
              </a:spcAft>
              <a:buSzPts val="1120"/>
              <a:buNone/>
              <a:defRPr sz="1400">
                <a:solidFill>
                  <a:srgbClr val="888888"/>
                </a:solidFill>
              </a:defRPr>
            </a:lvl4pPr>
            <a:lvl5pPr indent="-228600" lvl="4" marL="2286000" algn="l">
              <a:lnSpc>
                <a:spcPct val="90000"/>
              </a:lnSpc>
              <a:spcBef>
                <a:spcPts val="400"/>
              </a:spcBef>
              <a:spcAft>
                <a:spcPts val="0"/>
              </a:spcAft>
              <a:buSzPts val="1120"/>
              <a:buNone/>
              <a:defRPr sz="1400">
                <a:solidFill>
                  <a:srgbClr val="888888"/>
                </a:solidFill>
              </a:defRPr>
            </a:lvl5pPr>
            <a:lvl6pPr indent="-228600" lvl="5" marL="2743200" algn="l">
              <a:lnSpc>
                <a:spcPct val="90000"/>
              </a:lnSpc>
              <a:spcBef>
                <a:spcPts val="400"/>
              </a:spcBef>
              <a:spcAft>
                <a:spcPts val="0"/>
              </a:spcAft>
              <a:buSzPts val="1120"/>
              <a:buNone/>
              <a:defRPr sz="1400">
                <a:solidFill>
                  <a:srgbClr val="888888"/>
                </a:solidFill>
              </a:defRPr>
            </a:lvl6pPr>
            <a:lvl7pPr indent="-228600" lvl="6" marL="3200400" algn="l">
              <a:lnSpc>
                <a:spcPct val="90000"/>
              </a:lnSpc>
              <a:spcBef>
                <a:spcPts val="400"/>
              </a:spcBef>
              <a:spcAft>
                <a:spcPts val="0"/>
              </a:spcAft>
              <a:buSzPts val="1120"/>
              <a:buNone/>
              <a:defRPr sz="1400">
                <a:solidFill>
                  <a:srgbClr val="888888"/>
                </a:solidFill>
              </a:defRPr>
            </a:lvl7pPr>
            <a:lvl8pPr indent="-228600" lvl="7" marL="3657600" algn="l">
              <a:lnSpc>
                <a:spcPct val="90000"/>
              </a:lnSpc>
              <a:spcBef>
                <a:spcPts val="400"/>
              </a:spcBef>
              <a:spcAft>
                <a:spcPts val="0"/>
              </a:spcAft>
              <a:buSzPts val="1120"/>
              <a:buNone/>
              <a:defRPr sz="1400">
                <a:solidFill>
                  <a:srgbClr val="888888"/>
                </a:solidFill>
              </a:defRPr>
            </a:lvl8pPr>
            <a:lvl9pPr indent="-228600" lvl="8" marL="4114800" algn="l">
              <a:lnSpc>
                <a:spcPct val="90000"/>
              </a:lnSpc>
              <a:spcBef>
                <a:spcPts val="400"/>
              </a:spcBef>
              <a:spcAft>
                <a:spcPts val="400"/>
              </a:spcAft>
              <a:buSzPts val="1120"/>
              <a:buNone/>
              <a:defRPr sz="1400">
                <a:solidFill>
                  <a:srgbClr val="888888"/>
                </a:solidFill>
              </a:defRPr>
            </a:lvl9pPr>
          </a:lstStyle>
          <a:p/>
        </p:txBody>
      </p:sp>
      <p:sp>
        <p:nvSpPr>
          <p:cNvPr id="29" name="Google Shape;29;p64"/>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64"/>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4"/>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cxnSp>
        <p:nvCxnSpPr>
          <p:cNvPr id="32" name="Google Shape;32;p64"/>
          <p:cNvCxnSpPr/>
          <p:nvPr/>
        </p:nvCxnSpPr>
        <p:spPr>
          <a:xfrm>
            <a:off x="1981200" y="4020408"/>
            <a:ext cx="8229601" cy="0"/>
          </a:xfrm>
          <a:prstGeom prst="straightConnector1">
            <a:avLst/>
          </a:prstGeom>
          <a:noFill/>
          <a:ln cap="flat" cmpd="sng" w="10000">
            <a:solidFill>
              <a:schemeClr val="accent1"/>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65"/>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5"/>
          <p:cNvSpPr txBox="1"/>
          <p:nvPr>
            <p:ph idx="1" type="body"/>
          </p:nvPr>
        </p:nvSpPr>
        <p:spPr>
          <a:xfrm>
            <a:off x="1143000" y="2057399"/>
            <a:ext cx="4754880" cy="4023360"/>
          </a:xfrm>
          <a:prstGeom prst="rect">
            <a:avLst/>
          </a:prstGeom>
          <a:noFill/>
          <a:ln>
            <a:noFill/>
          </a:ln>
        </p:spPr>
        <p:txBody>
          <a:bodyPr anchorCtr="0" anchor="t" bIns="45700" lIns="91425" spcFirstLastPara="1" rIns="91425" wrap="square" tIns="45700">
            <a:normAutofit/>
          </a:bodyPr>
          <a:lstStyle>
            <a:lvl1pPr indent="-340360" lvl="0" marL="457200" algn="l">
              <a:lnSpc>
                <a:spcPct val="90000"/>
              </a:lnSpc>
              <a:spcBef>
                <a:spcPts val="1400"/>
              </a:spcBef>
              <a:spcAft>
                <a:spcPts val="0"/>
              </a:spcAft>
              <a:buSzPts val="1760"/>
              <a:buChar char="•"/>
              <a:defRPr sz="2200"/>
            </a:lvl1pPr>
            <a:lvl2pPr indent="-330200" lvl="1" marL="914400" algn="l">
              <a:lnSpc>
                <a:spcPct val="90000"/>
              </a:lnSpc>
              <a:spcBef>
                <a:spcPts val="200"/>
              </a:spcBef>
              <a:spcAft>
                <a:spcPts val="0"/>
              </a:spcAft>
              <a:buSzPts val="1600"/>
              <a:buChar char="•"/>
              <a:defRPr sz="2000"/>
            </a:lvl2pPr>
            <a:lvl3pPr indent="-320040" lvl="2" marL="1371600" algn="l">
              <a:lnSpc>
                <a:spcPct val="90000"/>
              </a:lnSpc>
              <a:spcBef>
                <a:spcPts val="400"/>
              </a:spcBef>
              <a:spcAft>
                <a:spcPts val="0"/>
              </a:spcAft>
              <a:buSzPts val="1440"/>
              <a:buChar char="•"/>
              <a:defRPr sz="1800"/>
            </a:lvl3pPr>
            <a:lvl4pPr indent="-309880" lvl="3" marL="1828800" algn="l">
              <a:lnSpc>
                <a:spcPct val="90000"/>
              </a:lnSpc>
              <a:spcBef>
                <a:spcPts val="400"/>
              </a:spcBef>
              <a:spcAft>
                <a:spcPts val="0"/>
              </a:spcAft>
              <a:buSzPts val="1280"/>
              <a:buChar char="•"/>
              <a:defRPr sz="1600"/>
            </a:lvl4pPr>
            <a:lvl5pPr indent="-309880" lvl="4" marL="2286000" algn="l">
              <a:lnSpc>
                <a:spcPct val="90000"/>
              </a:lnSpc>
              <a:spcBef>
                <a:spcPts val="400"/>
              </a:spcBef>
              <a:spcAft>
                <a:spcPts val="0"/>
              </a:spcAft>
              <a:buSzPts val="1280"/>
              <a:buChar char="•"/>
              <a:defRPr sz="1600"/>
            </a:lvl5pPr>
            <a:lvl6pPr indent="-309880" lvl="5" marL="2743200" algn="l">
              <a:lnSpc>
                <a:spcPct val="90000"/>
              </a:lnSpc>
              <a:spcBef>
                <a:spcPts val="400"/>
              </a:spcBef>
              <a:spcAft>
                <a:spcPts val="0"/>
              </a:spcAft>
              <a:buSzPts val="1280"/>
              <a:buChar char="•"/>
              <a:defRPr sz="1600"/>
            </a:lvl6pPr>
            <a:lvl7pPr indent="-309880" lvl="6" marL="3200400" algn="l">
              <a:lnSpc>
                <a:spcPct val="90000"/>
              </a:lnSpc>
              <a:spcBef>
                <a:spcPts val="400"/>
              </a:spcBef>
              <a:spcAft>
                <a:spcPts val="0"/>
              </a:spcAft>
              <a:buSzPts val="1280"/>
              <a:buChar char="•"/>
              <a:defRPr sz="1600"/>
            </a:lvl7pPr>
            <a:lvl8pPr indent="-309880" lvl="7" marL="3657600" algn="l">
              <a:lnSpc>
                <a:spcPct val="90000"/>
              </a:lnSpc>
              <a:spcBef>
                <a:spcPts val="400"/>
              </a:spcBef>
              <a:spcAft>
                <a:spcPts val="0"/>
              </a:spcAft>
              <a:buSzPts val="1280"/>
              <a:buChar char="•"/>
              <a:defRPr sz="1600"/>
            </a:lvl8pPr>
            <a:lvl9pPr indent="-309880" lvl="8" marL="4114800" algn="l">
              <a:lnSpc>
                <a:spcPct val="90000"/>
              </a:lnSpc>
              <a:spcBef>
                <a:spcPts val="400"/>
              </a:spcBef>
              <a:spcAft>
                <a:spcPts val="400"/>
              </a:spcAft>
              <a:buSzPts val="1280"/>
              <a:buChar char="•"/>
              <a:defRPr sz="1600"/>
            </a:lvl9pPr>
          </a:lstStyle>
          <a:p/>
        </p:txBody>
      </p:sp>
      <p:sp>
        <p:nvSpPr>
          <p:cNvPr id="36" name="Google Shape;36;p65"/>
          <p:cNvSpPr txBox="1"/>
          <p:nvPr>
            <p:ph idx="2" type="body"/>
          </p:nvPr>
        </p:nvSpPr>
        <p:spPr>
          <a:xfrm>
            <a:off x="6267612" y="2057400"/>
            <a:ext cx="4754880" cy="4023360"/>
          </a:xfrm>
          <a:prstGeom prst="rect">
            <a:avLst/>
          </a:prstGeom>
          <a:noFill/>
          <a:ln>
            <a:noFill/>
          </a:ln>
        </p:spPr>
        <p:txBody>
          <a:bodyPr anchorCtr="0" anchor="t" bIns="45700" lIns="91425" spcFirstLastPara="1" rIns="91425" wrap="square" tIns="45700">
            <a:normAutofit/>
          </a:bodyPr>
          <a:lstStyle>
            <a:lvl1pPr indent="-340360" lvl="0" marL="457200" algn="l">
              <a:lnSpc>
                <a:spcPct val="90000"/>
              </a:lnSpc>
              <a:spcBef>
                <a:spcPts val="1400"/>
              </a:spcBef>
              <a:spcAft>
                <a:spcPts val="0"/>
              </a:spcAft>
              <a:buSzPts val="1760"/>
              <a:buChar char="•"/>
              <a:defRPr sz="2200"/>
            </a:lvl1pPr>
            <a:lvl2pPr indent="-330200" lvl="1" marL="914400" algn="l">
              <a:lnSpc>
                <a:spcPct val="90000"/>
              </a:lnSpc>
              <a:spcBef>
                <a:spcPts val="200"/>
              </a:spcBef>
              <a:spcAft>
                <a:spcPts val="0"/>
              </a:spcAft>
              <a:buSzPts val="1600"/>
              <a:buChar char="•"/>
              <a:defRPr sz="2000"/>
            </a:lvl2pPr>
            <a:lvl3pPr indent="-320040" lvl="2" marL="1371600" algn="l">
              <a:lnSpc>
                <a:spcPct val="90000"/>
              </a:lnSpc>
              <a:spcBef>
                <a:spcPts val="400"/>
              </a:spcBef>
              <a:spcAft>
                <a:spcPts val="0"/>
              </a:spcAft>
              <a:buSzPts val="1440"/>
              <a:buChar char="•"/>
              <a:defRPr sz="1800"/>
            </a:lvl3pPr>
            <a:lvl4pPr indent="-309880" lvl="3" marL="1828800" algn="l">
              <a:lnSpc>
                <a:spcPct val="90000"/>
              </a:lnSpc>
              <a:spcBef>
                <a:spcPts val="400"/>
              </a:spcBef>
              <a:spcAft>
                <a:spcPts val="0"/>
              </a:spcAft>
              <a:buSzPts val="1280"/>
              <a:buChar char="•"/>
              <a:defRPr sz="1600"/>
            </a:lvl4pPr>
            <a:lvl5pPr indent="-309880" lvl="4" marL="2286000" algn="l">
              <a:lnSpc>
                <a:spcPct val="90000"/>
              </a:lnSpc>
              <a:spcBef>
                <a:spcPts val="400"/>
              </a:spcBef>
              <a:spcAft>
                <a:spcPts val="0"/>
              </a:spcAft>
              <a:buSzPts val="1280"/>
              <a:buChar char="•"/>
              <a:defRPr sz="1600"/>
            </a:lvl5pPr>
            <a:lvl6pPr indent="-309880" lvl="5" marL="2743200" algn="l">
              <a:lnSpc>
                <a:spcPct val="90000"/>
              </a:lnSpc>
              <a:spcBef>
                <a:spcPts val="400"/>
              </a:spcBef>
              <a:spcAft>
                <a:spcPts val="0"/>
              </a:spcAft>
              <a:buSzPts val="1280"/>
              <a:buChar char="•"/>
              <a:defRPr sz="1600"/>
            </a:lvl6pPr>
            <a:lvl7pPr indent="-309880" lvl="6" marL="3200400" algn="l">
              <a:lnSpc>
                <a:spcPct val="90000"/>
              </a:lnSpc>
              <a:spcBef>
                <a:spcPts val="400"/>
              </a:spcBef>
              <a:spcAft>
                <a:spcPts val="0"/>
              </a:spcAft>
              <a:buSzPts val="1280"/>
              <a:buChar char="•"/>
              <a:defRPr sz="1600"/>
            </a:lvl7pPr>
            <a:lvl8pPr indent="-309880" lvl="7" marL="3657600" algn="l">
              <a:lnSpc>
                <a:spcPct val="90000"/>
              </a:lnSpc>
              <a:spcBef>
                <a:spcPts val="400"/>
              </a:spcBef>
              <a:spcAft>
                <a:spcPts val="0"/>
              </a:spcAft>
              <a:buSzPts val="1280"/>
              <a:buChar char="•"/>
              <a:defRPr sz="1600"/>
            </a:lvl8pPr>
            <a:lvl9pPr indent="-309880" lvl="8" marL="4114800" algn="l">
              <a:lnSpc>
                <a:spcPct val="90000"/>
              </a:lnSpc>
              <a:spcBef>
                <a:spcPts val="400"/>
              </a:spcBef>
              <a:spcAft>
                <a:spcPts val="400"/>
              </a:spcAft>
              <a:buSzPts val="1280"/>
              <a:buChar char="•"/>
              <a:defRPr sz="1600"/>
            </a:lvl9pPr>
          </a:lstStyle>
          <a:p/>
        </p:txBody>
      </p:sp>
      <p:sp>
        <p:nvSpPr>
          <p:cNvPr id="37" name="Google Shape;37;p65"/>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5"/>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5"/>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66"/>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6"/>
          <p:cNvSpPr txBox="1"/>
          <p:nvPr>
            <p:ph idx="1" type="body"/>
          </p:nvPr>
        </p:nvSpPr>
        <p:spPr>
          <a:xfrm>
            <a:off x="1143000" y="2001511"/>
            <a:ext cx="4754880" cy="77724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1920"/>
              <a:buNone/>
              <a:defRPr b="1" sz="2400"/>
            </a:lvl1pPr>
            <a:lvl2pPr indent="-228600" lvl="1" marL="914400" algn="l">
              <a:lnSpc>
                <a:spcPct val="90000"/>
              </a:lnSpc>
              <a:spcBef>
                <a:spcPts val="200"/>
              </a:spcBef>
              <a:spcAft>
                <a:spcPts val="0"/>
              </a:spcAft>
              <a:buSzPts val="1600"/>
              <a:buNone/>
              <a:defRPr b="1" sz="2000"/>
            </a:lvl2pPr>
            <a:lvl3pPr indent="-228600" lvl="2" marL="1371600" algn="l">
              <a:lnSpc>
                <a:spcPct val="90000"/>
              </a:lnSpc>
              <a:spcBef>
                <a:spcPts val="400"/>
              </a:spcBef>
              <a:spcAft>
                <a:spcPts val="0"/>
              </a:spcAft>
              <a:buSzPts val="1440"/>
              <a:buNone/>
              <a:defRPr b="1" sz="1800"/>
            </a:lvl3pPr>
            <a:lvl4pPr indent="-228600" lvl="3" marL="1828800" algn="l">
              <a:lnSpc>
                <a:spcPct val="90000"/>
              </a:lnSpc>
              <a:spcBef>
                <a:spcPts val="400"/>
              </a:spcBef>
              <a:spcAft>
                <a:spcPts val="0"/>
              </a:spcAft>
              <a:buSzPts val="1280"/>
              <a:buNone/>
              <a:defRPr b="1" sz="1600"/>
            </a:lvl4pPr>
            <a:lvl5pPr indent="-228600" lvl="4" marL="2286000" algn="l">
              <a:lnSpc>
                <a:spcPct val="90000"/>
              </a:lnSpc>
              <a:spcBef>
                <a:spcPts val="400"/>
              </a:spcBef>
              <a:spcAft>
                <a:spcPts val="0"/>
              </a:spcAft>
              <a:buSzPts val="1280"/>
              <a:buNone/>
              <a:defRPr b="1" sz="1600"/>
            </a:lvl5pPr>
            <a:lvl6pPr indent="-228600" lvl="5" marL="2743200" algn="l">
              <a:lnSpc>
                <a:spcPct val="90000"/>
              </a:lnSpc>
              <a:spcBef>
                <a:spcPts val="400"/>
              </a:spcBef>
              <a:spcAft>
                <a:spcPts val="0"/>
              </a:spcAft>
              <a:buSzPts val="1280"/>
              <a:buNone/>
              <a:defRPr b="1" sz="1600"/>
            </a:lvl6pPr>
            <a:lvl7pPr indent="-228600" lvl="6" marL="3200400" algn="l">
              <a:lnSpc>
                <a:spcPct val="90000"/>
              </a:lnSpc>
              <a:spcBef>
                <a:spcPts val="400"/>
              </a:spcBef>
              <a:spcAft>
                <a:spcPts val="0"/>
              </a:spcAft>
              <a:buSzPts val="1280"/>
              <a:buNone/>
              <a:defRPr b="1" sz="1600"/>
            </a:lvl7pPr>
            <a:lvl8pPr indent="-228600" lvl="7" marL="3657600" algn="l">
              <a:lnSpc>
                <a:spcPct val="90000"/>
              </a:lnSpc>
              <a:spcBef>
                <a:spcPts val="400"/>
              </a:spcBef>
              <a:spcAft>
                <a:spcPts val="0"/>
              </a:spcAft>
              <a:buSzPts val="1280"/>
              <a:buNone/>
              <a:defRPr b="1" sz="1600"/>
            </a:lvl8pPr>
            <a:lvl9pPr indent="-228600" lvl="8" marL="4114800" algn="l">
              <a:lnSpc>
                <a:spcPct val="90000"/>
              </a:lnSpc>
              <a:spcBef>
                <a:spcPts val="400"/>
              </a:spcBef>
              <a:spcAft>
                <a:spcPts val="400"/>
              </a:spcAft>
              <a:buSzPts val="1280"/>
              <a:buNone/>
              <a:defRPr b="1" sz="1600"/>
            </a:lvl9pPr>
          </a:lstStyle>
          <a:p/>
        </p:txBody>
      </p:sp>
      <p:sp>
        <p:nvSpPr>
          <p:cNvPr id="43" name="Google Shape;43;p66"/>
          <p:cNvSpPr txBox="1"/>
          <p:nvPr>
            <p:ph idx="2" type="body"/>
          </p:nvPr>
        </p:nvSpPr>
        <p:spPr>
          <a:xfrm>
            <a:off x="1143000" y="2721483"/>
            <a:ext cx="4754880" cy="3383280"/>
          </a:xfrm>
          <a:prstGeom prst="rect">
            <a:avLst/>
          </a:prstGeom>
          <a:noFill/>
          <a:ln>
            <a:noFill/>
          </a:ln>
        </p:spPr>
        <p:txBody>
          <a:bodyPr anchorCtr="0" anchor="t" bIns="45700" lIns="91425" spcFirstLastPara="1" rIns="91425" wrap="square" tIns="45700">
            <a:normAutofit/>
          </a:bodyPr>
          <a:lstStyle>
            <a:lvl1pPr indent="-340360" lvl="0" marL="457200" algn="l">
              <a:lnSpc>
                <a:spcPct val="90000"/>
              </a:lnSpc>
              <a:spcBef>
                <a:spcPts val="1400"/>
              </a:spcBef>
              <a:spcAft>
                <a:spcPts val="0"/>
              </a:spcAft>
              <a:buSzPts val="1760"/>
              <a:buChar char="•"/>
              <a:defRPr sz="2200"/>
            </a:lvl1pPr>
            <a:lvl2pPr indent="-330200" lvl="1" marL="914400" algn="l">
              <a:lnSpc>
                <a:spcPct val="90000"/>
              </a:lnSpc>
              <a:spcBef>
                <a:spcPts val="200"/>
              </a:spcBef>
              <a:spcAft>
                <a:spcPts val="0"/>
              </a:spcAft>
              <a:buSzPts val="1600"/>
              <a:buChar char="•"/>
              <a:defRPr sz="2000"/>
            </a:lvl2pPr>
            <a:lvl3pPr indent="-320040" lvl="2" marL="1371600" algn="l">
              <a:lnSpc>
                <a:spcPct val="90000"/>
              </a:lnSpc>
              <a:spcBef>
                <a:spcPts val="400"/>
              </a:spcBef>
              <a:spcAft>
                <a:spcPts val="0"/>
              </a:spcAft>
              <a:buSzPts val="1440"/>
              <a:buChar char="•"/>
              <a:defRPr sz="1800"/>
            </a:lvl3pPr>
            <a:lvl4pPr indent="-309880" lvl="3" marL="1828800" algn="l">
              <a:lnSpc>
                <a:spcPct val="90000"/>
              </a:lnSpc>
              <a:spcBef>
                <a:spcPts val="400"/>
              </a:spcBef>
              <a:spcAft>
                <a:spcPts val="0"/>
              </a:spcAft>
              <a:buSzPts val="1280"/>
              <a:buChar char="•"/>
              <a:defRPr sz="1600"/>
            </a:lvl4pPr>
            <a:lvl5pPr indent="-309880" lvl="4" marL="2286000" algn="l">
              <a:lnSpc>
                <a:spcPct val="90000"/>
              </a:lnSpc>
              <a:spcBef>
                <a:spcPts val="400"/>
              </a:spcBef>
              <a:spcAft>
                <a:spcPts val="0"/>
              </a:spcAft>
              <a:buSzPts val="1280"/>
              <a:buChar char="•"/>
              <a:defRPr sz="1600"/>
            </a:lvl5pPr>
            <a:lvl6pPr indent="-309880" lvl="5" marL="2743200" algn="l">
              <a:lnSpc>
                <a:spcPct val="90000"/>
              </a:lnSpc>
              <a:spcBef>
                <a:spcPts val="400"/>
              </a:spcBef>
              <a:spcAft>
                <a:spcPts val="0"/>
              </a:spcAft>
              <a:buSzPts val="1280"/>
              <a:buChar char="•"/>
              <a:defRPr sz="1600"/>
            </a:lvl6pPr>
            <a:lvl7pPr indent="-309880" lvl="6" marL="3200400" algn="l">
              <a:lnSpc>
                <a:spcPct val="90000"/>
              </a:lnSpc>
              <a:spcBef>
                <a:spcPts val="400"/>
              </a:spcBef>
              <a:spcAft>
                <a:spcPts val="0"/>
              </a:spcAft>
              <a:buSzPts val="1280"/>
              <a:buChar char="•"/>
              <a:defRPr sz="1600"/>
            </a:lvl7pPr>
            <a:lvl8pPr indent="-309880" lvl="7" marL="3657600" algn="l">
              <a:lnSpc>
                <a:spcPct val="90000"/>
              </a:lnSpc>
              <a:spcBef>
                <a:spcPts val="400"/>
              </a:spcBef>
              <a:spcAft>
                <a:spcPts val="0"/>
              </a:spcAft>
              <a:buSzPts val="1280"/>
              <a:buChar char="•"/>
              <a:defRPr sz="1600"/>
            </a:lvl8pPr>
            <a:lvl9pPr indent="-309880" lvl="8" marL="4114800" algn="l">
              <a:lnSpc>
                <a:spcPct val="90000"/>
              </a:lnSpc>
              <a:spcBef>
                <a:spcPts val="400"/>
              </a:spcBef>
              <a:spcAft>
                <a:spcPts val="400"/>
              </a:spcAft>
              <a:buSzPts val="1280"/>
              <a:buChar char="•"/>
              <a:defRPr sz="1600"/>
            </a:lvl9pPr>
          </a:lstStyle>
          <a:p/>
        </p:txBody>
      </p:sp>
      <p:sp>
        <p:nvSpPr>
          <p:cNvPr id="44" name="Google Shape;44;p66"/>
          <p:cNvSpPr txBox="1"/>
          <p:nvPr>
            <p:ph idx="3" type="body"/>
          </p:nvPr>
        </p:nvSpPr>
        <p:spPr>
          <a:xfrm>
            <a:off x="6269173" y="1999032"/>
            <a:ext cx="4754880" cy="77724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1920"/>
              <a:buNone/>
              <a:defRPr b="1" sz="2400"/>
            </a:lvl1pPr>
            <a:lvl2pPr indent="-228600" lvl="1" marL="914400" algn="l">
              <a:lnSpc>
                <a:spcPct val="90000"/>
              </a:lnSpc>
              <a:spcBef>
                <a:spcPts val="200"/>
              </a:spcBef>
              <a:spcAft>
                <a:spcPts val="0"/>
              </a:spcAft>
              <a:buSzPts val="1600"/>
              <a:buNone/>
              <a:defRPr b="1" sz="2000"/>
            </a:lvl2pPr>
            <a:lvl3pPr indent="-228600" lvl="2" marL="1371600" algn="l">
              <a:lnSpc>
                <a:spcPct val="90000"/>
              </a:lnSpc>
              <a:spcBef>
                <a:spcPts val="400"/>
              </a:spcBef>
              <a:spcAft>
                <a:spcPts val="0"/>
              </a:spcAft>
              <a:buSzPts val="1440"/>
              <a:buNone/>
              <a:defRPr b="1" sz="1800"/>
            </a:lvl3pPr>
            <a:lvl4pPr indent="-228600" lvl="3" marL="1828800" algn="l">
              <a:lnSpc>
                <a:spcPct val="90000"/>
              </a:lnSpc>
              <a:spcBef>
                <a:spcPts val="400"/>
              </a:spcBef>
              <a:spcAft>
                <a:spcPts val="0"/>
              </a:spcAft>
              <a:buSzPts val="1280"/>
              <a:buNone/>
              <a:defRPr b="1" sz="1600"/>
            </a:lvl4pPr>
            <a:lvl5pPr indent="-228600" lvl="4" marL="2286000" algn="l">
              <a:lnSpc>
                <a:spcPct val="90000"/>
              </a:lnSpc>
              <a:spcBef>
                <a:spcPts val="400"/>
              </a:spcBef>
              <a:spcAft>
                <a:spcPts val="0"/>
              </a:spcAft>
              <a:buSzPts val="1280"/>
              <a:buNone/>
              <a:defRPr b="1" sz="1600"/>
            </a:lvl5pPr>
            <a:lvl6pPr indent="-228600" lvl="5" marL="2743200" algn="l">
              <a:lnSpc>
                <a:spcPct val="90000"/>
              </a:lnSpc>
              <a:spcBef>
                <a:spcPts val="400"/>
              </a:spcBef>
              <a:spcAft>
                <a:spcPts val="0"/>
              </a:spcAft>
              <a:buSzPts val="1280"/>
              <a:buNone/>
              <a:defRPr b="1" sz="1600"/>
            </a:lvl6pPr>
            <a:lvl7pPr indent="-228600" lvl="6" marL="3200400" algn="l">
              <a:lnSpc>
                <a:spcPct val="90000"/>
              </a:lnSpc>
              <a:spcBef>
                <a:spcPts val="400"/>
              </a:spcBef>
              <a:spcAft>
                <a:spcPts val="0"/>
              </a:spcAft>
              <a:buSzPts val="1280"/>
              <a:buNone/>
              <a:defRPr b="1" sz="1600"/>
            </a:lvl7pPr>
            <a:lvl8pPr indent="-228600" lvl="7" marL="3657600" algn="l">
              <a:lnSpc>
                <a:spcPct val="90000"/>
              </a:lnSpc>
              <a:spcBef>
                <a:spcPts val="400"/>
              </a:spcBef>
              <a:spcAft>
                <a:spcPts val="0"/>
              </a:spcAft>
              <a:buSzPts val="1280"/>
              <a:buNone/>
              <a:defRPr b="1" sz="1600"/>
            </a:lvl8pPr>
            <a:lvl9pPr indent="-228600" lvl="8" marL="4114800" algn="l">
              <a:lnSpc>
                <a:spcPct val="90000"/>
              </a:lnSpc>
              <a:spcBef>
                <a:spcPts val="400"/>
              </a:spcBef>
              <a:spcAft>
                <a:spcPts val="400"/>
              </a:spcAft>
              <a:buSzPts val="1280"/>
              <a:buNone/>
              <a:defRPr b="1" sz="1600"/>
            </a:lvl9pPr>
          </a:lstStyle>
          <a:p/>
        </p:txBody>
      </p:sp>
      <p:sp>
        <p:nvSpPr>
          <p:cNvPr id="45" name="Google Shape;45;p66"/>
          <p:cNvSpPr txBox="1"/>
          <p:nvPr>
            <p:ph idx="4" type="body"/>
          </p:nvPr>
        </p:nvSpPr>
        <p:spPr>
          <a:xfrm>
            <a:off x="6269173" y="2719322"/>
            <a:ext cx="4754880" cy="3383280"/>
          </a:xfrm>
          <a:prstGeom prst="rect">
            <a:avLst/>
          </a:prstGeom>
          <a:noFill/>
          <a:ln>
            <a:noFill/>
          </a:ln>
        </p:spPr>
        <p:txBody>
          <a:bodyPr anchorCtr="0" anchor="t" bIns="45700" lIns="91425" spcFirstLastPara="1" rIns="91425" wrap="square" tIns="45700">
            <a:normAutofit/>
          </a:bodyPr>
          <a:lstStyle>
            <a:lvl1pPr indent="-340360" lvl="0" marL="457200" algn="l">
              <a:lnSpc>
                <a:spcPct val="90000"/>
              </a:lnSpc>
              <a:spcBef>
                <a:spcPts val="1400"/>
              </a:spcBef>
              <a:spcAft>
                <a:spcPts val="0"/>
              </a:spcAft>
              <a:buSzPts val="1760"/>
              <a:buChar char="•"/>
              <a:defRPr sz="2200"/>
            </a:lvl1pPr>
            <a:lvl2pPr indent="-330200" lvl="1" marL="914400" algn="l">
              <a:lnSpc>
                <a:spcPct val="90000"/>
              </a:lnSpc>
              <a:spcBef>
                <a:spcPts val="200"/>
              </a:spcBef>
              <a:spcAft>
                <a:spcPts val="0"/>
              </a:spcAft>
              <a:buSzPts val="1600"/>
              <a:buChar char="•"/>
              <a:defRPr sz="2000"/>
            </a:lvl2pPr>
            <a:lvl3pPr indent="-320040" lvl="2" marL="1371600" algn="l">
              <a:lnSpc>
                <a:spcPct val="90000"/>
              </a:lnSpc>
              <a:spcBef>
                <a:spcPts val="400"/>
              </a:spcBef>
              <a:spcAft>
                <a:spcPts val="0"/>
              </a:spcAft>
              <a:buSzPts val="1440"/>
              <a:buChar char="•"/>
              <a:defRPr sz="1800"/>
            </a:lvl3pPr>
            <a:lvl4pPr indent="-309880" lvl="3" marL="1828800" algn="l">
              <a:lnSpc>
                <a:spcPct val="90000"/>
              </a:lnSpc>
              <a:spcBef>
                <a:spcPts val="400"/>
              </a:spcBef>
              <a:spcAft>
                <a:spcPts val="0"/>
              </a:spcAft>
              <a:buSzPts val="1280"/>
              <a:buChar char="•"/>
              <a:defRPr sz="1600"/>
            </a:lvl4pPr>
            <a:lvl5pPr indent="-309880" lvl="4" marL="2286000" algn="l">
              <a:lnSpc>
                <a:spcPct val="90000"/>
              </a:lnSpc>
              <a:spcBef>
                <a:spcPts val="400"/>
              </a:spcBef>
              <a:spcAft>
                <a:spcPts val="0"/>
              </a:spcAft>
              <a:buSzPts val="1280"/>
              <a:buChar char="•"/>
              <a:defRPr sz="1600"/>
            </a:lvl5pPr>
            <a:lvl6pPr indent="-309880" lvl="5" marL="2743200" algn="l">
              <a:lnSpc>
                <a:spcPct val="90000"/>
              </a:lnSpc>
              <a:spcBef>
                <a:spcPts val="400"/>
              </a:spcBef>
              <a:spcAft>
                <a:spcPts val="0"/>
              </a:spcAft>
              <a:buSzPts val="1280"/>
              <a:buChar char="•"/>
              <a:defRPr sz="1600"/>
            </a:lvl6pPr>
            <a:lvl7pPr indent="-309880" lvl="6" marL="3200400" algn="l">
              <a:lnSpc>
                <a:spcPct val="90000"/>
              </a:lnSpc>
              <a:spcBef>
                <a:spcPts val="400"/>
              </a:spcBef>
              <a:spcAft>
                <a:spcPts val="0"/>
              </a:spcAft>
              <a:buSzPts val="1280"/>
              <a:buChar char="•"/>
              <a:defRPr sz="1600"/>
            </a:lvl7pPr>
            <a:lvl8pPr indent="-309880" lvl="7" marL="3657600" algn="l">
              <a:lnSpc>
                <a:spcPct val="90000"/>
              </a:lnSpc>
              <a:spcBef>
                <a:spcPts val="400"/>
              </a:spcBef>
              <a:spcAft>
                <a:spcPts val="0"/>
              </a:spcAft>
              <a:buSzPts val="1280"/>
              <a:buChar char="•"/>
              <a:defRPr sz="1600"/>
            </a:lvl8pPr>
            <a:lvl9pPr indent="-309880" lvl="8" marL="4114800" algn="l">
              <a:lnSpc>
                <a:spcPct val="90000"/>
              </a:lnSpc>
              <a:spcBef>
                <a:spcPts val="400"/>
              </a:spcBef>
              <a:spcAft>
                <a:spcPts val="400"/>
              </a:spcAft>
              <a:buSzPts val="1280"/>
              <a:buChar char="•"/>
              <a:defRPr sz="1600"/>
            </a:lvl9pPr>
          </a:lstStyle>
          <a:p/>
        </p:txBody>
      </p:sp>
      <p:sp>
        <p:nvSpPr>
          <p:cNvPr id="46" name="Google Shape;46;p66"/>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6"/>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6"/>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9" name="Shape 49"/>
        <p:cNvGrpSpPr/>
        <p:nvPr/>
      </p:nvGrpSpPr>
      <p:grpSpPr>
        <a:xfrm>
          <a:off x="0" y="0"/>
          <a:ext cx="0" cy="0"/>
          <a:chOff x="0" y="0"/>
          <a:chExt cx="0" cy="0"/>
        </a:xfrm>
      </p:grpSpPr>
      <p:sp>
        <p:nvSpPr>
          <p:cNvPr id="50" name="Google Shape;50;p67"/>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7"/>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7"/>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7"/>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4" name="Shape 54"/>
        <p:cNvGrpSpPr/>
        <p:nvPr/>
      </p:nvGrpSpPr>
      <p:grpSpPr>
        <a:xfrm>
          <a:off x="0" y="0"/>
          <a:ext cx="0" cy="0"/>
          <a:chOff x="0" y="0"/>
          <a:chExt cx="0" cy="0"/>
        </a:xfrm>
      </p:grpSpPr>
      <p:sp>
        <p:nvSpPr>
          <p:cNvPr id="55" name="Google Shape;55;p68"/>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8"/>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8"/>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69"/>
          <p:cNvSpPr txBox="1"/>
          <p:nvPr>
            <p:ph type="title"/>
          </p:nvPr>
        </p:nvSpPr>
        <p:spPr>
          <a:xfrm>
            <a:off x="1143000" y="1097280"/>
            <a:ext cx="3931920" cy="173736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accent1"/>
              </a:buClr>
              <a:buSzPts val="4000"/>
              <a:buFont typeface="Corbel"/>
              <a:buNone/>
              <a:defRPr b="0"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69"/>
          <p:cNvSpPr txBox="1"/>
          <p:nvPr>
            <p:ph idx="1" type="body"/>
          </p:nvPr>
        </p:nvSpPr>
        <p:spPr>
          <a:xfrm>
            <a:off x="5852159" y="1097280"/>
            <a:ext cx="5212080" cy="4663440"/>
          </a:xfrm>
          <a:prstGeom prst="rect">
            <a:avLst/>
          </a:prstGeom>
          <a:noFill/>
          <a:ln>
            <a:noFill/>
          </a:ln>
        </p:spPr>
        <p:txBody>
          <a:bodyPr anchorCtr="0" anchor="t" bIns="45700" lIns="91425" spcFirstLastPara="1" rIns="91425" wrap="square" tIns="45700">
            <a:normAutofit/>
          </a:bodyPr>
          <a:lstStyle>
            <a:lvl1pPr indent="-391160" lvl="0" marL="457200" algn="l">
              <a:lnSpc>
                <a:spcPct val="90000"/>
              </a:lnSpc>
              <a:spcBef>
                <a:spcPts val="1400"/>
              </a:spcBef>
              <a:spcAft>
                <a:spcPts val="0"/>
              </a:spcAft>
              <a:buSzPts val="2560"/>
              <a:buChar char="•"/>
              <a:defRPr sz="3200"/>
            </a:lvl1pPr>
            <a:lvl2pPr indent="-370840" lvl="1" marL="914400" algn="l">
              <a:lnSpc>
                <a:spcPct val="90000"/>
              </a:lnSpc>
              <a:spcBef>
                <a:spcPts val="200"/>
              </a:spcBef>
              <a:spcAft>
                <a:spcPts val="0"/>
              </a:spcAft>
              <a:buSzPts val="2240"/>
              <a:buChar char="•"/>
              <a:defRPr sz="2800"/>
            </a:lvl2pPr>
            <a:lvl3pPr indent="-350520" lvl="2" marL="1371600" algn="l">
              <a:lnSpc>
                <a:spcPct val="90000"/>
              </a:lnSpc>
              <a:spcBef>
                <a:spcPts val="400"/>
              </a:spcBef>
              <a:spcAft>
                <a:spcPts val="0"/>
              </a:spcAft>
              <a:buSzPts val="1920"/>
              <a:buChar char="•"/>
              <a:defRPr sz="2400"/>
            </a:lvl3pPr>
            <a:lvl4pPr indent="-330200" lvl="3" marL="1828800" algn="l">
              <a:lnSpc>
                <a:spcPct val="90000"/>
              </a:lnSpc>
              <a:spcBef>
                <a:spcPts val="400"/>
              </a:spcBef>
              <a:spcAft>
                <a:spcPts val="0"/>
              </a:spcAft>
              <a:buSzPts val="1600"/>
              <a:buChar char="•"/>
              <a:defRPr sz="2000"/>
            </a:lvl4pPr>
            <a:lvl5pPr indent="-330200" lvl="4" marL="2286000" algn="l">
              <a:lnSpc>
                <a:spcPct val="90000"/>
              </a:lnSpc>
              <a:spcBef>
                <a:spcPts val="400"/>
              </a:spcBef>
              <a:spcAft>
                <a:spcPts val="0"/>
              </a:spcAft>
              <a:buSzPts val="1600"/>
              <a:buChar char="•"/>
              <a:defRPr sz="2000"/>
            </a:lvl5pPr>
            <a:lvl6pPr indent="-330200" lvl="5" marL="2743200" algn="l">
              <a:lnSpc>
                <a:spcPct val="90000"/>
              </a:lnSpc>
              <a:spcBef>
                <a:spcPts val="400"/>
              </a:spcBef>
              <a:spcAft>
                <a:spcPts val="0"/>
              </a:spcAft>
              <a:buSzPts val="1600"/>
              <a:buChar char="•"/>
              <a:defRPr sz="2000"/>
            </a:lvl6pPr>
            <a:lvl7pPr indent="-330200" lvl="6" marL="3200400" algn="l">
              <a:lnSpc>
                <a:spcPct val="90000"/>
              </a:lnSpc>
              <a:spcBef>
                <a:spcPts val="400"/>
              </a:spcBef>
              <a:spcAft>
                <a:spcPts val="0"/>
              </a:spcAft>
              <a:buSzPts val="1600"/>
              <a:buChar char="•"/>
              <a:defRPr sz="2000"/>
            </a:lvl7pPr>
            <a:lvl8pPr indent="-330200" lvl="7" marL="3657600" algn="l">
              <a:lnSpc>
                <a:spcPct val="90000"/>
              </a:lnSpc>
              <a:spcBef>
                <a:spcPts val="400"/>
              </a:spcBef>
              <a:spcAft>
                <a:spcPts val="0"/>
              </a:spcAft>
              <a:buSzPts val="1600"/>
              <a:buChar char="•"/>
              <a:defRPr sz="2000"/>
            </a:lvl8pPr>
            <a:lvl9pPr indent="-330200" lvl="8" marL="4114800" algn="l">
              <a:lnSpc>
                <a:spcPct val="90000"/>
              </a:lnSpc>
              <a:spcBef>
                <a:spcPts val="400"/>
              </a:spcBef>
              <a:spcAft>
                <a:spcPts val="400"/>
              </a:spcAft>
              <a:buSzPts val="1600"/>
              <a:buChar char="•"/>
              <a:defRPr sz="2000"/>
            </a:lvl9pPr>
          </a:lstStyle>
          <a:p/>
        </p:txBody>
      </p:sp>
      <p:sp>
        <p:nvSpPr>
          <p:cNvPr id="61" name="Google Shape;61;p69"/>
          <p:cNvSpPr txBox="1"/>
          <p:nvPr>
            <p:ph idx="2" type="body"/>
          </p:nvPr>
        </p:nvSpPr>
        <p:spPr>
          <a:xfrm>
            <a:off x="1143000" y="2834640"/>
            <a:ext cx="3931920" cy="301752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360"/>
              <a:buNone/>
              <a:defRPr sz="1700"/>
            </a:lvl1pPr>
            <a:lvl2pPr indent="-228600" lvl="1" marL="914400" algn="l">
              <a:lnSpc>
                <a:spcPct val="90000"/>
              </a:lnSpc>
              <a:spcBef>
                <a:spcPts val="200"/>
              </a:spcBef>
              <a:spcAft>
                <a:spcPts val="0"/>
              </a:spcAft>
              <a:buSzPts val="960"/>
              <a:buNone/>
              <a:defRPr sz="1200"/>
            </a:lvl2pPr>
            <a:lvl3pPr indent="-228600" lvl="2" marL="1371600" algn="l">
              <a:lnSpc>
                <a:spcPct val="90000"/>
              </a:lnSpc>
              <a:spcBef>
                <a:spcPts val="400"/>
              </a:spcBef>
              <a:spcAft>
                <a:spcPts val="0"/>
              </a:spcAft>
              <a:buSzPts val="800"/>
              <a:buNone/>
              <a:defRPr sz="1000"/>
            </a:lvl3pPr>
            <a:lvl4pPr indent="-228600" lvl="3" marL="1828800" algn="l">
              <a:lnSpc>
                <a:spcPct val="90000"/>
              </a:lnSpc>
              <a:spcBef>
                <a:spcPts val="400"/>
              </a:spcBef>
              <a:spcAft>
                <a:spcPts val="0"/>
              </a:spcAft>
              <a:buSzPts val="720"/>
              <a:buNone/>
              <a:defRPr sz="900"/>
            </a:lvl4pPr>
            <a:lvl5pPr indent="-228600" lvl="4" marL="2286000" algn="l">
              <a:lnSpc>
                <a:spcPct val="90000"/>
              </a:lnSpc>
              <a:spcBef>
                <a:spcPts val="400"/>
              </a:spcBef>
              <a:spcAft>
                <a:spcPts val="0"/>
              </a:spcAft>
              <a:buSzPts val="720"/>
              <a:buNone/>
              <a:defRPr sz="900"/>
            </a:lvl5pPr>
            <a:lvl6pPr indent="-228600" lvl="5" marL="2743200" algn="l">
              <a:lnSpc>
                <a:spcPct val="90000"/>
              </a:lnSpc>
              <a:spcBef>
                <a:spcPts val="400"/>
              </a:spcBef>
              <a:spcAft>
                <a:spcPts val="0"/>
              </a:spcAft>
              <a:buSzPts val="720"/>
              <a:buNone/>
              <a:defRPr sz="900"/>
            </a:lvl6pPr>
            <a:lvl7pPr indent="-228600" lvl="6" marL="3200400" algn="l">
              <a:lnSpc>
                <a:spcPct val="90000"/>
              </a:lnSpc>
              <a:spcBef>
                <a:spcPts val="400"/>
              </a:spcBef>
              <a:spcAft>
                <a:spcPts val="0"/>
              </a:spcAft>
              <a:buSzPts val="720"/>
              <a:buNone/>
              <a:defRPr sz="900"/>
            </a:lvl7pPr>
            <a:lvl8pPr indent="-228600" lvl="7" marL="3657600" algn="l">
              <a:lnSpc>
                <a:spcPct val="90000"/>
              </a:lnSpc>
              <a:spcBef>
                <a:spcPts val="400"/>
              </a:spcBef>
              <a:spcAft>
                <a:spcPts val="0"/>
              </a:spcAft>
              <a:buSzPts val="720"/>
              <a:buNone/>
              <a:defRPr sz="900"/>
            </a:lvl8pPr>
            <a:lvl9pPr indent="-228600" lvl="8" marL="4114800" algn="l">
              <a:lnSpc>
                <a:spcPct val="90000"/>
              </a:lnSpc>
              <a:spcBef>
                <a:spcPts val="400"/>
              </a:spcBef>
              <a:spcAft>
                <a:spcPts val="400"/>
              </a:spcAft>
              <a:buSzPts val="720"/>
              <a:buNone/>
              <a:defRPr sz="900"/>
            </a:lvl9pPr>
          </a:lstStyle>
          <a:p/>
        </p:txBody>
      </p:sp>
      <p:sp>
        <p:nvSpPr>
          <p:cNvPr id="62" name="Google Shape;62;p69"/>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69"/>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9"/>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70"/>
          <p:cNvSpPr txBox="1"/>
          <p:nvPr>
            <p:ph type="title"/>
          </p:nvPr>
        </p:nvSpPr>
        <p:spPr>
          <a:xfrm>
            <a:off x="1143000" y="1097280"/>
            <a:ext cx="3931920" cy="173736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accent1"/>
              </a:buClr>
              <a:buSzPts val="4000"/>
              <a:buFont typeface="Corbel"/>
              <a:buNone/>
              <a:defRPr b="0"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70"/>
          <p:cNvSpPr/>
          <p:nvPr>
            <p:ph idx="2" type="pic"/>
          </p:nvPr>
        </p:nvSpPr>
        <p:spPr>
          <a:xfrm>
            <a:off x="5413248" y="1069847"/>
            <a:ext cx="6099048" cy="4800600"/>
          </a:xfrm>
          <a:prstGeom prst="rect">
            <a:avLst/>
          </a:prstGeom>
          <a:noFill/>
          <a:ln>
            <a:noFill/>
          </a:ln>
        </p:spPr>
      </p:sp>
      <p:sp>
        <p:nvSpPr>
          <p:cNvPr id="68" name="Google Shape;68;p70"/>
          <p:cNvSpPr txBox="1"/>
          <p:nvPr>
            <p:ph idx="1" type="body"/>
          </p:nvPr>
        </p:nvSpPr>
        <p:spPr>
          <a:xfrm>
            <a:off x="1143000" y="2834640"/>
            <a:ext cx="3931920" cy="288036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360"/>
              <a:buNone/>
              <a:defRPr sz="1700"/>
            </a:lvl1pPr>
            <a:lvl2pPr indent="-228600" lvl="1" marL="914400" algn="l">
              <a:lnSpc>
                <a:spcPct val="90000"/>
              </a:lnSpc>
              <a:spcBef>
                <a:spcPts val="200"/>
              </a:spcBef>
              <a:spcAft>
                <a:spcPts val="0"/>
              </a:spcAft>
              <a:buSzPts val="960"/>
              <a:buNone/>
              <a:defRPr sz="1200"/>
            </a:lvl2pPr>
            <a:lvl3pPr indent="-228600" lvl="2" marL="1371600" algn="l">
              <a:lnSpc>
                <a:spcPct val="90000"/>
              </a:lnSpc>
              <a:spcBef>
                <a:spcPts val="400"/>
              </a:spcBef>
              <a:spcAft>
                <a:spcPts val="0"/>
              </a:spcAft>
              <a:buSzPts val="800"/>
              <a:buNone/>
              <a:defRPr sz="1000"/>
            </a:lvl3pPr>
            <a:lvl4pPr indent="-228600" lvl="3" marL="1828800" algn="l">
              <a:lnSpc>
                <a:spcPct val="90000"/>
              </a:lnSpc>
              <a:spcBef>
                <a:spcPts val="400"/>
              </a:spcBef>
              <a:spcAft>
                <a:spcPts val="0"/>
              </a:spcAft>
              <a:buSzPts val="720"/>
              <a:buNone/>
              <a:defRPr sz="900"/>
            </a:lvl4pPr>
            <a:lvl5pPr indent="-228600" lvl="4" marL="2286000" algn="l">
              <a:lnSpc>
                <a:spcPct val="90000"/>
              </a:lnSpc>
              <a:spcBef>
                <a:spcPts val="400"/>
              </a:spcBef>
              <a:spcAft>
                <a:spcPts val="0"/>
              </a:spcAft>
              <a:buSzPts val="720"/>
              <a:buNone/>
              <a:defRPr sz="900"/>
            </a:lvl5pPr>
            <a:lvl6pPr indent="-228600" lvl="5" marL="2743200" algn="l">
              <a:lnSpc>
                <a:spcPct val="90000"/>
              </a:lnSpc>
              <a:spcBef>
                <a:spcPts val="400"/>
              </a:spcBef>
              <a:spcAft>
                <a:spcPts val="0"/>
              </a:spcAft>
              <a:buSzPts val="720"/>
              <a:buNone/>
              <a:defRPr sz="900"/>
            </a:lvl6pPr>
            <a:lvl7pPr indent="-228600" lvl="6" marL="3200400" algn="l">
              <a:lnSpc>
                <a:spcPct val="90000"/>
              </a:lnSpc>
              <a:spcBef>
                <a:spcPts val="400"/>
              </a:spcBef>
              <a:spcAft>
                <a:spcPts val="0"/>
              </a:spcAft>
              <a:buSzPts val="720"/>
              <a:buNone/>
              <a:defRPr sz="900"/>
            </a:lvl7pPr>
            <a:lvl8pPr indent="-228600" lvl="7" marL="3657600" algn="l">
              <a:lnSpc>
                <a:spcPct val="90000"/>
              </a:lnSpc>
              <a:spcBef>
                <a:spcPts val="400"/>
              </a:spcBef>
              <a:spcAft>
                <a:spcPts val="0"/>
              </a:spcAft>
              <a:buSzPts val="720"/>
              <a:buNone/>
              <a:defRPr sz="900"/>
            </a:lvl8pPr>
            <a:lvl9pPr indent="-228600" lvl="8" marL="4114800" algn="l">
              <a:lnSpc>
                <a:spcPct val="90000"/>
              </a:lnSpc>
              <a:spcBef>
                <a:spcPts val="400"/>
              </a:spcBef>
              <a:spcAft>
                <a:spcPts val="400"/>
              </a:spcAft>
              <a:buSzPts val="720"/>
              <a:buNone/>
              <a:defRPr sz="900"/>
            </a:lvl9pPr>
          </a:lstStyle>
          <a:p/>
        </p:txBody>
      </p:sp>
      <p:sp>
        <p:nvSpPr>
          <p:cNvPr id="69" name="Google Shape;69;p70"/>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70"/>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70"/>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71"/>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71"/>
          <p:cNvSpPr txBox="1"/>
          <p:nvPr>
            <p:ph idx="1" type="body"/>
          </p:nvPr>
        </p:nvSpPr>
        <p:spPr>
          <a:xfrm rot="5400000">
            <a:off x="4060136" y="-859736"/>
            <a:ext cx="4038600" cy="9872871"/>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1400"/>
              </a:spcBef>
              <a:spcAft>
                <a:spcPts val="0"/>
              </a:spcAft>
              <a:buSzPts val="1440"/>
              <a:buChar char="•"/>
              <a:defRPr/>
            </a:lvl1pPr>
            <a:lvl2pPr indent="-320040" lvl="1" marL="914400" algn="l">
              <a:lnSpc>
                <a:spcPct val="90000"/>
              </a:lnSpc>
              <a:spcBef>
                <a:spcPts val="200"/>
              </a:spcBef>
              <a:spcAft>
                <a:spcPts val="0"/>
              </a:spcAft>
              <a:buSzPts val="1440"/>
              <a:buChar char="•"/>
              <a:defRPr/>
            </a:lvl2pPr>
            <a:lvl3pPr indent="-320040" lvl="2" marL="1371600" algn="l">
              <a:lnSpc>
                <a:spcPct val="90000"/>
              </a:lnSpc>
              <a:spcBef>
                <a:spcPts val="400"/>
              </a:spcBef>
              <a:spcAft>
                <a:spcPts val="0"/>
              </a:spcAft>
              <a:buSzPts val="1440"/>
              <a:buChar char="•"/>
              <a:defRPr/>
            </a:lvl3pPr>
            <a:lvl4pPr indent="-320040" lvl="3" marL="1828800" algn="l">
              <a:lnSpc>
                <a:spcPct val="90000"/>
              </a:lnSpc>
              <a:spcBef>
                <a:spcPts val="400"/>
              </a:spcBef>
              <a:spcAft>
                <a:spcPts val="0"/>
              </a:spcAft>
              <a:buSzPts val="1440"/>
              <a:buChar char="•"/>
              <a:defRPr/>
            </a:lvl4pPr>
            <a:lvl5pPr indent="-320040" lvl="4" marL="2286000" algn="l">
              <a:lnSpc>
                <a:spcPct val="90000"/>
              </a:lnSpc>
              <a:spcBef>
                <a:spcPts val="400"/>
              </a:spcBef>
              <a:spcAft>
                <a:spcPts val="0"/>
              </a:spcAft>
              <a:buSzPts val="1440"/>
              <a:buChar char="•"/>
              <a:defRPr/>
            </a:lvl5pPr>
            <a:lvl6pPr indent="-320040" lvl="5" marL="2743200" algn="l">
              <a:lnSpc>
                <a:spcPct val="90000"/>
              </a:lnSpc>
              <a:spcBef>
                <a:spcPts val="400"/>
              </a:spcBef>
              <a:spcAft>
                <a:spcPts val="0"/>
              </a:spcAft>
              <a:buSzPts val="1440"/>
              <a:buChar char="•"/>
              <a:defRPr/>
            </a:lvl6pPr>
            <a:lvl7pPr indent="-320040" lvl="6" marL="3200400" algn="l">
              <a:lnSpc>
                <a:spcPct val="90000"/>
              </a:lnSpc>
              <a:spcBef>
                <a:spcPts val="400"/>
              </a:spcBef>
              <a:spcAft>
                <a:spcPts val="0"/>
              </a:spcAft>
              <a:buSzPts val="1440"/>
              <a:buChar char="•"/>
              <a:defRPr/>
            </a:lvl7pPr>
            <a:lvl8pPr indent="-320040" lvl="7" marL="3657600" algn="l">
              <a:lnSpc>
                <a:spcPct val="90000"/>
              </a:lnSpc>
              <a:spcBef>
                <a:spcPts val="400"/>
              </a:spcBef>
              <a:spcAft>
                <a:spcPts val="0"/>
              </a:spcAft>
              <a:buSzPts val="1440"/>
              <a:buChar char="•"/>
              <a:defRPr/>
            </a:lvl8pPr>
            <a:lvl9pPr indent="-320040" lvl="8" marL="4114800" algn="l">
              <a:lnSpc>
                <a:spcPct val="90000"/>
              </a:lnSpc>
              <a:spcBef>
                <a:spcPts val="400"/>
              </a:spcBef>
              <a:spcAft>
                <a:spcPts val="400"/>
              </a:spcAft>
              <a:buSzPts val="1440"/>
              <a:buChar char="•"/>
              <a:defRPr/>
            </a:lvl9pPr>
          </a:lstStyle>
          <a:p/>
        </p:txBody>
      </p:sp>
      <p:sp>
        <p:nvSpPr>
          <p:cNvPr id="75" name="Google Shape;75;p71"/>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71"/>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71"/>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72"/>
          <p:cNvSpPr txBox="1"/>
          <p:nvPr>
            <p:ph type="title"/>
          </p:nvPr>
        </p:nvSpPr>
        <p:spPr>
          <a:xfrm rot="5400000">
            <a:off x="7181850" y="2305050"/>
            <a:ext cx="5410200" cy="2324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72"/>
          <p:cNvSpPr txBox="1"/>
          <p:nvPr>
            <p:ph idx="1" type="body"/>
          </p:nvPr>
        </p:nvSpPr>
        <p:spPr>
          <a:xfrm rot="5400000">
            <a:off x="2152650" y="-247650"/>
            <a:ext cx="5410200" cy="7429500"/>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1400"/>
              </a:spcBef>
              <a:spcAft>
                <a:spcPts val="0"/>
              </a:spcAft>
              <a:buSzPts val="1440"/>
              <a:buChar char="•"/>
              <a:defRPr/>
            </a:lvl1pPr>
            <a:lvl2pPr indent="-320040" lvl="1" marL="914400" algn="l">
              <a:lnSpc>
                <a:spcPct val="90000"/>
              </a:lnSpc>
              <a:spcBef>
                <a:spcPts val="200"/>
              </a:spcBef>
              <a:spcAft>
                <a:spcPts val="0"/>
              </a:spcAft>
              <a:buSzPts val="1440"/>
              <a:buChar char="•"/>
              <a:defRPr/>
            </a:lvl2pPr>
            <a:lvl3pPr indent="-320040" lvl="2" marL="1371600" algn="l">
              <a:lnSpc>
                <a:spcPct val="90000"/>
              </a:lnSpc>
              <a:spcBef>
                <a:spcPts val="400"/>
              </a:spcBef>
              <a:spcAft>
                <a:spcPts val="0"/>
              </a:spcAft>
              <a:buSzPts val="1440"/>
              <a:buChar char="•"/>
              <a:defRPr/>
            </a:lvl3pPr>
            <a:lvl4pPr indent="-320040" lvl="3" marL="1828800" algn="l">
              <a:lnSpc>
                <a:spcPct val="90000"/>
              </a:lnSpc>
              <a:spcBef>
                <a:spcPts val="400"/>
              </a:spcBef>
              <a:spcAft>
                <a:spcPts val="0"/>
              </a:spcAft>
              <a:buSzPts val="1440"/>
              <a:buChar char="•"/>
              <a:defRPr/>
            </a:lvl4pPr>
            <a:lvl5pPr indent="-320040" lvl="4" marL="2286000" algn="l">
              <a:lnSpc>
                <a:spcPct val="90000"/>
              </a:lnSpc>
              <a:spcBef>
                <a:spcPts val="400"/>
              </a:spcBef>
              <a:spcAft>
                <a:spcPts val="0"/>
              </a:spcAft>
              <a:buSzPts val="1440"/>
              <a:buChar char="•"/>
              <a:defRPr/>
            </a:lvl5pPr>
            <a:lvl6pPr indent="-320040" lvl="5" marL="2743200" algn="l">
              <a:lnSpc>
                <a:spcPct val="90000"/>
              </a:lnSpc>
              <a:spcBef>
                <a:spcPts val="400"/>
              </a:spcBef>
              <a:spcAft>
                <a:spcPts val="0"/>
              </a:spcAft>
              <a:buSzPts val="1440"/>
              <a:buChar char="•"/>
              <a:defRPr/>
            </a:lvl6pPr>
            <a:lvl7pPr indent="-320040" lvl="6" marL="3200400" algn="l">
              <a:lnSpc>
                <a:spcPct val="90000"/>
              </a:lnSpc>
              <a:spcBef>
                <a:spcPts val="400"/>
              </a:spcBef>
              <a:spcAft>
                <a:spcPts val="0"/>
              </a:spcAft>
              <a:buSzPts val="1440"/>
              <a:buChar char="•"/>
              <a:defRPr/>
            </a:lvl7pPr>
            <a:lvl8pPr indent="-320040" lvl="7" marL="3657600" algn="l">
              <a:lnSpc>
                <a:spcPct val="90000"/>
              </a:lnSpc>
              <a:spcBef>
                <a:spcPts val="400"/>
              </a:spcBef>
              <a:spcAft>
                <a:spcPts val="0"/>
              </a:spcAft>
              <a:buSzPts val="1440"/>
              <a:buChar char="•"/>
              <a:defRPr/>
            </a:lvl8pPr>
            <a:lvl9pPr indent="-320040" lvl="8" marL="4114800" algn="l">
              <a:lnSpc>
                <a:spcPct val="90000"/>
              </a:lnSpc>
              <a:spcBef>
                <a:spcPts val="400"/>
              </a:spcBef>
              <a:spcAft>
                <a:spcPts val="400"/>
              </a:spcAft>
              <a:buSzPts val="1440"/>
              <a:buChar char="•"/>
              <a:defRPr/>
            </a:lvl9pPr>
          </a:lstStyle>
          <a:p/>
        </p:txBody>
      </p:sp>
      <p:sp>
        <p:nvSpPr>
          <p:cNvPr id="81" name="Google Shape;81;p72"/>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2"/>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72"/>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 name="Shape 5"/>
        <p:cNvGrpSpPr/>
        <p:nvPr/>
      </p:nvGrpSpPr>
      <p:grpSpPr>
        <a:xfrm>
          <a:off x="0" y="0"/>
          <a:ext cx="0" cy="0"/>
          <a:chOff x="0" y="0"/>
          <a:chExt cx="0" cy="0"/>
        </a:xfrm>
      </p:grpSpPr>
      <p:sp>
        <p:nvSpPr>
          <p:cNvPr id="6" name="Google Shape;6;p61"/>
          <p:cNvSpPr/>
          <p:nvPr/>
        </p:nvSpPr>
        <p:spPr>
          <a:xfrm>
            <a:off x="231140" y="243840"/>
            <a:ext cx="11724640" cy="6377939"/>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61"/>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accent1"/>
              </a:buClr>
              <a:buSzPts val="4400"/>
              <a:buFont typeface="Corbel"/>
              <a:buNone/>
              <a:defRPr b="0" i="0" sz="4400" u="none" cap="none" strike="noStrike">
                <a:solidFill>
                  <a:schemeClr val="accent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61"/>
          <p:cNvSpPr txBox="1"/>
          <p:nvPr>
            <p:ph idx="1" type="body"/>
          </p:nvPr>
        </p:nvSpPr>
        <p:spPr>
          <a:xfrm>
            <a:off x="1143000" y="2057400"/>
            <a:ext cx="9872871" cy="4038600"/>
          </a:xfrm>
          <a:prstGeom prst="rect">
            <a:avLst/>
          </a:prstGeom>
          <a:noFill/>
          <a:ln>
            <a:noFill/>
          </a:ln>
        </p:spPr>
        <p:txBody>
          <a:bodyPr anchorCtr="0" anchor="t" bIns="45700" lIns="91425" spcFirstLastPara="1" rIns="91425" wrap="square" tIns="45700">
            <a:normAutofit/>
          </a:bodyPr>
          <a:lstStyle>
            <a:lvl1pPr indent="-340360" lvl="0" marL="457200" marR="0" rtl="0" algn="l">
              <a:lnSpc>
                <a:spcPct val="90000"/>
              </a:lnSpc>
              <a:spcBef>
                <a:spcPts val="1400"/>
              </a:spcBef>
              <a:spcAft>
                <a:spcPts val="0"/>
              </a:spcAft>
              <a:buClr>
                <a:schemeClr val="accent1"/>
              </a:buClr>
              <a:buSzPts val="1760"/>
              <a:buFont typeface="Corbel"/>
              <a:buChar char="•"/>
              <a:defRPr b="0" i="0" sz="2200" u="none" cap="none" strike="noStrike">
                <a:solidFill>
                  <a:schemeClr val="accent1"/>
                </a:solidFill>
                <a:latin typeface="Corbel"/>
                <a:ea typeface="Corbel"/>
                <a:cs typeface="Corbel"/>
                <a:sym typeface="Corbel"/>
              </a:defRPr>
            </a:lvl1pPr>
            <a:lvl2pPr indent="-330200" lvl="1" marL="914400" marR="0" rtl="0" algn="l">
              <a:lnSpc>
                <a:spcPct val="90000"/>
              </a:lnSpc>
              <a:spcBef>
                <a:spcPts val="200"/>
              </a:spcBef>
              <a:spcAft>
                <a:spcPts val="0"/>
              </a:spcAft>
              <a:buClr>
                <a:schemeClr val="accent1"/>
              </a:buClr>
              <a:buSzPts val="1600"/>
              <a:buFont typeface="Corbel"/>
              <a:buChar char="•"/>
              <a:defRPr b="0" i="0" sz="2000" u="none" cap="none" strike="noStrike">
                <a:solidFill>
                  <a:schemeClr val="accent1"/>
                </a:solidFill>
                <a:latin typeface="Corbel"/>
                <a:ea typeface="Corbel"/>
                <a:cs typeface="Corbel"/>
                <a:sym typeface="Corbel"/>
              </a:defRPr>
            </a:lvl2pPr>
            <a:lvl3pPr indent="-320040" lvl="2" marL="1371600" marR="0" rtl="0" algn="l">
              <a:lnSpc>
                <a:spcPct val="90000"/>
              </a:lnSpc>
              <a:spcBef>
                <a:spcPts val="400"/>
              </a:spcBef>
              <a:spcAft>
                <a:spcPts val="0"/>
              </a:spcAft>
              <a:buClr>
                <a:schemeClr val="accent1"/>
              </a:buClr>
              <a:buSzPts val="1440"/>
              <a:buFont typeface="Corbel"/>
              <a:buChar char="•"/>
              <a:defRPr b="0" i="0" sz="1800" u="none" cap="none" strike="noStrike">
                <a:solidFill>
                  <a:schemeClr val="accent1"/>
                </a:solidFill>
                <a:latin typeface="Corbel"/>
                <a:ea typeface="Corbel"/>
                <a:cs typeface="Corbel"/>
                <a:sym typeface="Corbel"/>
              </a:defRPr>
            </a:lvl3pPr>
            <a:lvl4pPr indent="-309880" lvl="3" marL="1828800" marR="0" rtl="0" algn="l">
              <a:lnSpc>
                <a:spcPct val="90000"/>
              </a:lnSpc>
              <a:spcBef>
                <a:spcPts val="400"/>
              </a:spcBef>
              <a:spcAft>
                <a:spcPts val="0"/>
              </a:spcAft>
              <a:buClr>
                <a:schemeClr val="accent1"/>
              </a:buClr>
              <a:buSzPts val="1280"/>
              <a:buFont typeface="Corbel"/>
              <a:buChar char="•"/>
              <a:defRPr b="0" i="0" sz="1600" u="none" cap="none" strike="noStrike">
                <a:solidFill>
                  <a:schemeClr val="accent1"/>
                </a:solidFill>
                <a:latin typeface="Corbel"/>
                <a:ea typeface="Corbel"/>
                <a:cs typeface="Corbel"/>
                <a:sym typeface="Corbel"/>
              </a:defRPr>
            </a:lvl4pPr>
            <a:lvl5pPr indent="-309880" lvl="4" marL="2286000" marR="0" rtl="0" algn="l">
              <a:lnSpc>
                <a:spcPct val="90000"/>
              </a:lnSpc>
              <a:spcBef>
                <a:spcPts val="400"/>
              </a:spcBef>
              <a:spcAft>
                <a:spcPts val="0"/>
              </a:spcAft>
              <a:buClr>
                <a:schemeClr val="accent1"/>
              </a:buClr>
              <a:buSzPts val="1280"/>
              <a:buFont typeface="Corbel"/>
              <a:buChar char="•"/>
              <a:defRPr b="0" i="0" sz="1600" u="none" cap="none" strike="noStrike">
                <a:solidFill>
                  <a:schemeClr val="accent1"/>
                </a:solidFill>
                <a:latin typeface="Corbel"/>
                <a:ea typeface="Corbel"/>
                <a:cs typeface="Corbel"/>
                <a:sym typeface="Corbel"/>
              </a:defRPr>
            </a:lvl5pPr>
            <a:lvl6pPr indent="-309880" lvl="5" marL="2743200" marR="0" rtl="0" algn="l">
              <a:lnSpc>
                <a:spcPct val="90000"/>
              </a:lnSpc>
              <a:spcBef>
                <a:spcPts val="400"/>
              </a:spcBef>
              <a:spcAft>
                <a:spcPts val="0"/>
              </a:spcAft>
              <a:buClr>
                <a:schemeClr val="accent1"/>
              </a:buClr>
              <a:buSzPts val="1280"/>
              <a:buFont typeface="Corbel"/>
              <a:buChar char="•"/>
              <a:defRPr b="0" i="0" sz="1600" u="none" cap="none" strike="noStrike">
                <a:solidFill>
                  <a:schemeClr val="accent1"/>
                </a:solidFill>
                <a:latin typeface="Corbel"/>
                <a:ea typeface="Corbel"/>
                <a:cs typeface="Corbel"/>
                <a:sym typeface="Corbel"/>
              </a:defRPr>
            </a:lvl6pPr>
            <a:lvl7pPr indent="-309880" lvl="6" marL="3200400" marR="0" rtl="0" algn="l">
              <a:lnSpc>
                <a:spcPct val="90000"/>
              </a:lnSpc>
              <a:spcBef>
                <a:spcPts val="400"/>
              </a:spcBef>
              <a:spcAft>
                <a:spcPts val="0"/>
              </a:spcAft>
              <a:buClr>
                <a:schemeClr val="accent1"/>
              </a:buClr>
              <a:buSzPts val="1280"/>
              <a:buFont typeface="Corbel"/>
              <a:buChar char="•"/>
              <a:defRPr b="0" i="0" sz="1600" u="none" cap="none" strike="noStrike">
                <a:solidFill>
                  <a:schemeClr val="accent1"/>
                </a:solidFill>
                <a:latin typeface="Corbel"/>
                <a:ea typeface="Corbel"/>
                <a:cs typeface="Corbel"/>
                <a:sym typeface="Corbel"/>
              </a:defRPr>
            </a:lvl7pPr>
            <a:lvl8pPr indent="-309880" lvl="7" marL="3657600" marR="0" rtl="0" algn="l">
              <a:lnSpc>
                <a:spcPct val="90000"/>
              </a:lnSpc>
              <a:spcBef>
                <a:spcPts val="400"/>
              </a:spcBef>
              <a:spcAft>
                <a:spcPts val="0"/>
              </a:spcAft>
              <a:buClr>
                <a:schemeClr val="accent1"/>
              </a:buClr>
              <a:buSzPts val="1280"/>
              <a:buFont typeface="Corbel"/>
              <a:buChar char="•"/>
              <a:defRPr b="0" i="0" sz="1600" u="none" cap="none" strike="noStrike">
                <a:solidFill>
                  <a:schemeClr val="accent1"/>
                </a:solidFill>
                <a:latin typeface="Corbel"/>
                <a:ea typeface="Corbel"/>
                <a:cs typeface="Corbel"/>
                <a:sym typeface="Corbel"/>
              </a:defRPr>
            </a:lvl8pPr>
            <a:lvl9pPr indent="-309880" lvl="8" marL="4114800" marR="0" rtl="0" algn="l">
              <a:lnSpc>
                <a:spcPct val="90000"/>
              </a:lnSpc>
              <a:spcBef>
                <a:spcPts val="400"/>
              </a:spcBef>
              <a:spcAft>
                <a:spcPts val="400"/>
              </a:spcAft>
              <a:buClr>
                <a:schemeClr val="accent1"/>
              </a:buClr>
              <a:buSzPts val="1280"/>
              <a:buFont typeface="Corbel"/>
              <a:buChar char="•"/>
              <a:defRPr b="0" i="0" sz="1600" u="none" cap="none" strike="noStrike">
                <a:solidFill>
                  <a:schemeClr val="accent1"/>
                </a:solidFill>
                <a:latin typeface="Corbel"/>
                <a:ea typeface="Corbel"/>
                <a:cs typeface="Corbel"/>
                <a:sym typeface="Corbel"/>
              </a:defRPr>
            </a:lvl9pPr>
          </a:lstStyle>
          <a:p/>
        </p:txBody>
      </p:sp>
      <p:sp>
        <p:nvSpPr>
          <p:cNvPr id="9" name="Google Shape;9;p61"/>
          <p:cNvSpPr txBox="1"/>
          <p:nvPr>
            <p:ph idx="10" type="dt"/>
          </p:nvPr>
        </p:nvSpPr>
        <p:spPr>
          <a:xfrm>
            <a:off x="1142996" y="6223828"/>
            <a:ext cx="2329074"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accen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0" name="Google Shape;10;p61"/>
          <p:cNvSpPr txBox="1"/>
          <p:nvPr>
            <p:ph idx="11" type="ftr"/>
          </p:nvPr>
        </p:nvSpPr>
        <p:spPr>
          <a:xfrm>
            <a:off x="3949148" y="6223828"/>
            <a:ext cx="471777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accen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1" name="Google Shape;11;p61"/>
          <p:cNvSpPr txBox="1"/>
          <p:nvPr>
            <p:ph idx="12" type="sldNum"/>
          </p:nvPr>
        </p:nvSpPr>
        <p:spPr>
          <a:xfrm>
            <a:off x="9329530" y="6223828"/>
            <a:ext cx="170621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accent1"/>
                </a:solidFill>
                <a:latin typeface="Corbel"/>
                <a:ea typeface="Corbel"/>
                <a:cs typeface="Corbel"/>
                <a:sym typeface="Corbel"/>
              </a:defRPr>
            </a:lvl1pPr>
            <a:lvl2pPr indent="0" lvl="1" marL="0" marR="0" rtl="0" algn="r">
              <a:spcBef>
                <a:spcPts val="0"/>
              </a:spcBef>
              <a:buNone/>
              <a:defRPr b="0" i="0" sz="1200" u="none" cap="none" strike="noStrike">
                <a:solidFill>
                  <a:schemeClr val="accent1"/>
                </a:solidFill>
                <a:latin typeface="Corbel"/>
                <a:ea typeface="Corbel"/>
                <a:cs typeface="Corbel"/>
                <a:sym typeface="Corbel"/>
              </a:defRPr>
            </a:lvl2pPr>
            <a:lvl3pPr indent="0" lvl="2" marL="0" marR="0" rtl="0" algn="r">
              <a:spcBef>
                <a:spcPts val="0"/>
              </a:spcBef>
              <a:buNone/>
              <a:defRPr b="0" i="0" sz="1200" u="none" cap="none" strike="noStrike">
                <a:solidFill>
                  <a:schemeClr val="accent1"/>
                </a:solidFill>
                <a:latin typeface="Corbel"/>
                <a:ea typeface="Corbel"/>
                <a:cs typeface="Corbel"/>
                <a:sym typeface="Corbel"/>
              </a:defRPr>
            </a:lvl3pPr>
            <a:lvl4pPr indent="0" lvl="3" marL="0" marR="0" rtl="0" algn="r">
              <a:spcBef>
                <a:spcPts val="0"/>
              </a:spcBef>
              <a:buNone/>
              <a:defRPr b="0" i="0" sz="1200" u="none" cap="none" strike="noStrike">
                <a:solidFill>
                  <a:schemeClr val="accent1"/>
                </a:solidFill>
                <a:latin typeface="Corbel"/>
                <a:ea typeface="Corbel"/>
                <a:cs typeface="Corbel"/>
                <a:sym typeface="Corbel"/>
              </a:defRPr>
            </a:lvl4pPr>
            <a:lvl5pPr indent="0" lvl="4" marL="0" marR="0" rtl="0" algn="r">
              <a:spcBef>
                <a:spcPts val="0"/>
              </a:spcBef>
              <a:buNone/>
              <a:defRPr b="0" i="0" sz="1200" u="none" cap="none" strike="noStrike">
                <a:solidFill>
                  <a:schemeClr val="accent1"/>
                </a:solidFill>
                <a:latin typeface="Corbel"/>
                <a:ea typeface="Corbel"/>
                <a:cs typeface="Corbel"/>
                <a:sym typeface="Corbel"/>
              </a:defRPr>
            </a:lvl5pPr>
            <a:lvl6pPr indent="0" lvl="5" marL="0" marR="0" rtl="0" algn="r">
              <a:spcBef>
                <a:spcPts val="0"/>
              </a:spcBef>
              <a:buNone/>
              <a:defRPr b="0" i="0" sz="1200" u="none" cap="none" strike="noStrike">
                <a:solidFill>
                  <a:schemeClr val="accent1"/>
                </a:solidFill>
                <a:latin typeface="Corbel"/>
                <a:ea typeface="Corbel"/>
                <a:cs typeface="Corbel"/>
                <a:sym typeface="Corbel"/>
              </a:defRPr>
            </a:lvl6pPr>
            <a:lvl7pPr indent="0" lvl="6" marL="0" marR="0" rtl="0" algn="r">
              <a:spcBef>
                <a:spcPts val="0"/>
              </a:spcBef>
              <a:buNone/>
              <a:defRPr b="0" i="0" sz="1200" u="none" cap="none" strike="noStrike">
                <a:solidFill>
                  <a:schemeClr val="accent1"/>
                </a:solidFill>
                <a:latin typeface="Corbel"/>
                <a:ea typeface="Corbel"/>
                <a:cs typeface="Corbel"/>
                <a:sym typeface="Corbel"/>
              </a:defRPr>
            </a:lvl7pPr>
            <a:lvl8pPr indent="0" lvl="7" marL="0" marR="0" rtl="0" algn="r">
              <a:spcBef>
                <a:spcPts val="0"/>
              </a:spcBef>
              <a:buNone/>
              <a:defRPr b="0" i="0" sz="1200" u="none" cap="none" strike="noStrike">
                <a:solidFill>
                  <a:schemeClr val="accent1"/>
                </a:solidFill>
                <a:latin typeface="Corbel"/>
                <a:ea typeface="Corbel"/>
                <a:cs typeface="Corbel"/>
                <a:sym typeface="Corbel"/>
              </a:defRPr>
            </a:lvl8pPr>
            <a:lvl9pPr indent="0" lvl="8" marL="0" marR="0" rtl="0" algn="r">
              <a:spcBef>
                <a:spcPts val="0"/>
              </a:spcBef>
              <a:buNone/>
              <a:defRPr b="0" i="0" sz="1200" u="none" cap="none" strike="noStrike">
                <a:solidFill>
                  <a:schemeClr val="accen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9.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4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7.png"/><Relationship Id="rId4" Type="http://schemas.openxmlformats.org/officeDocument/2006/relationships/image" Target="../media/image4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5.png"/><Relationship Id="rId4" Type="http://schemas.openxmlformats.org/officeDocument/2006/relationships/image" Target="../media/image44.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51.png"/><Relationship Id="rId8" Type="http://schemas.openxmlformats.org/officeDocument/2006/relationships/image" Target="../media/image48.png"/><Relationship Id="rId9" Type="http://schemas.openxmlformats.org/officeDocument/2006/relationships/image" Target="../media/image5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9.png"/><Relationship Id="rId4" Type="http://schemas.openxmlformats.org/officeDocument/2006/relationships/image" Target="../media/image5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61.png"/><Relationship Id="rId4" Type="http://schemas.openxmlformats.org/officeDocument/2006/relationships/image" Target="../media/image5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54.png"/><Relationship Id="rId4" Type="http://schemas.openxmlformats.org/officeDocument/2006/relationships/image" Target="../media/image5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57.png"/><Relationship Id="rId4" Type="http://schemas.openxmlformats.org/officeDocument/2006/relationships/image" Target="../media/image60.png"/><Relationship Id="rId5" Type="http://schemas.openxmlformats.org/officeDocument/2006/relationships/image" Target="../media/image56.png"/><Relationship Id="rId6" Type="http://schemas.openxmlformats.org/officeDocument/2006/relationships/image" Target="../media/image5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9.png"/><Relationship Id="rId4" Type="http://schemas.openxmlformats.org/officeDocument/2006/relationships/image" Target="../media/image6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62.png"/><Relationship Id="rId4" Type="http://schemas.openxmlformats.org/officeDocument/2006/relationships/image" Target="../media/image65.png"/><Relationship Id="rId5" Type="http://schemas.openxmlformats.org/officeDocument/2006/relationships/image" Target="../media/image6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67.png"/><Relationship Id="rId4" Type="http://schemas.openxmlformats.org/officeDocument/2006/relationships/image" Target="../media/image55.png"/><Relationship Id="rId5" Type="http://schemas.openxmlformats.org/officeDocument/2006/relationships/image" Target="../media/image6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68.png"/><Relationship Id="rId4" Type="http://schemas.openxmlformats.org/officeDocument/2006/relationships/image" Target="../media/image7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69.png"/><Relationship Id="rId4" Type="http://schemas.openxmlformats.org/officeDocument/2006/relationships/image" Target="../media/image71.png"/><Relationship Id="rId5" Type="http://schemas.openxmlformats.org/officeDocument/2006/relationships/image" Target="../media/image76.png"/><Relationship Id="rId6" Type="http://schemas.openxmlformats.org/officeDocument/2006/relationships/image" Target="../media/image5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72.png"/><Relationship Id="rId4" Type="http://schemas.openxmlformats.org/officeDocument/2006/relationships/image" Target="../media/image7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80.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78.png"/><Relationship Id="rId4" Type="http://schemas.openxmlformats.org/officeDocument/2006/relationships/image" Target="../media/image7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84.png"/><Relationship Id="rId4" Type="http://schemas.openxmlformats.org/officeDocument/2006/relationships/image" Target="../media/image82.png"/><Relationship Id="rId5" Type="http://schemas.openxmlformats.org/officeDocument/2006/relationships/image" Target="../media/image81.png"/><Relationship Id="rId6" Type="http://schemas.openxmlformats.org/officeDocument/2006/relationships/image" Target="../media/image8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nvSpPr>
        <p:spPr>
          <a:xfrm>
            <a:off x="736847" y="2440713"/>
            <a:ext cx="10315851"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MX" sz="4400" u="none" cap="none" strike="noStrike">
                <a:solidFill>
                  <a:schemeClr val="lt1"/>
                </a:solidFill>
                <a:latin typeface="Corbel"/>
                <a:ea typeface="Corbel"/>
                <a:cs typeface="Corbel"/>
                <a:sym typeface="Corbel"/>
              </a:rPr>
              <a:t>Diseño de experimentos: ANOVA de un factor y MANOVA</a:t>
            </a:r>
            <a:r>
              <a:rPr b="1" i="0" lang="es-MX" sz="4400" u="none" cap="none" strike="noStrike">
                <a:solidFill>
                  <a:schemeClr val="dk1"/>
                </a:solidFill>
                <a:latin typeface="Corbel"/>
                <a:ea typeface="Corbel"/>
                <a:cs typeface="Corbel"/>
                <a:sym typeface="Corbel"/>
              </a:rPr>
              <a:t> </a:t>
            </a:r>
            <a:endParaRPr b="1" i="0" sz="4400" u="none" cap="none" strike="noStrike">
              <a:solidFill>
                <a:schemeClr val="dk1"/>
              </a:solidFill>
              <a:latin typeface="Corbel"/>
              <a:ea typeface="Corbel"/>
              <a:cs typeface="Corbel"/>
              <a:sym typeface="Corbe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8"/>
          <p:cNvSpPr txBox="1"/>
          <p:nvPr>
            <p:ph idx="1" type="body"/>
          </p:nvPr>
        </p:nvSpPr>
        <p:spPr>
          <a:xfrm>
            <a:off x="838200" y="1608667"/>
            <a:ext cx="10515600" cy="4568296"/>
          </a:xfrm>
          <a:prstGeom prst="rect">
            <a:avLst/>
          </a:prstGeom>
          <a:blipFill rotWithShape="1">
            <a:blip r:embed="rId3">
              <a:alphaModFix/>
            </a:blip>
            <a:stretch>
              <a:fillRect b="0" l="-232" r="-174" t="-1202"/>
            </a:stretch>
          </a:blipFill>
          <a:ln>
            <a:noFill/>
          </a:ln>
        </p:spPr>
        <p:txBody>
          <a:bodyPr anchorCtr="0" anchor="t" bIns="45700" lIns="91425" spcFirstLastPara="1" rIns="91425" wrap="square" tIns="45700">
            <a:normAutofit/>
          </a:bodyPr>
          <a:lstStyle/>
          <a:p>
            <a:pPr indent="-182880" lvl="0" marL="228600" rtl="0" algn="l">
              <a:lnSpc>
                <a:spcPct val="90000"/>
              </a:lnSpc>
              <a:spcBef>
                <a:spcPts val="0"/>
              </a:spcBef>
              <a:spcAft>
                <a:spcPts val="0"/>
              </a:spcAft>
              <a:buSzPts val="1760"/>
              <a:buChar char="•"/>
            </a:pPr>
            <a:r>
              <a:rPr lang="es-MX"/>
              <a:t> </a:t>
            </a:r>
            <a:endParaRPr/>
          </a:p>
        </p:txBody>
      </p:sp>
      <p:pic>
        <p:nvPicPr>
          <p:cNvPr id="362" name="Google Shape;362;p38"/>
          <p:cNvPicPr preferRelativeResize="0"/>
          <p:nvPr/>
        </p:nvPicPr>
        <p:blipFill rotWithShape="1">
          <a:blip r:embed="rId4">
            <a:alphaModFix/>
          </a:blip>
          <a:srcRect b="0" l="0" r="0" t="0"/>
          <a:stretch/>
        </p:blipFill>
        <p:spPr>
          <a:xfrm>
            <a:off x="5267325" y="3429000"/>
            <a:ext cx="1657350" cy="1104900"/>
          </a:xfrm>
          <a:prstGeom prst="rect">
            <a:avLst/>
          </a:prstGeom>
          <a:noFill/>
          <a:ln>
            <a:noFill/>
          </a:ln>
        </p:spPr>
      </p:pic>
      <p:sp>
        <p:nvSpPr>
          <p:cNvPr id="363" name="Google Shape;363;p38"/>
          <p:cNvSpPr txBox="1"/>
          <p:nvPr/>
        </p:nvSpPr>
        <p:spPr>
          <a:xfrm>
            <a:off x="691892" y="484247"/>
            <a:ext cx="1043182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accent1"/>
              </a:buClr>
              <a:buSzPts val="3200"/>
              <a:buFont typeface="Rockwell"/>
              <a:buNone/>
            </a:pPr>
            <a:r>
              <a:rPr b="1" lang="es-MX" sz="3200">
                <a:solidFill>
                  <a:schemeClr val="accent1"/>
                </a:solidFill>
                <a:latin typeface="Rockwell"/>
                <a:ea typeface="Rockwell"/>
                <a:cs typeface="Rockwell"/>
                <a:sym typeface="Rockwell"/>
              </a:rPr>
              <a:t>Comparación de más de dos tratamientos</a:t>
            </a:r>
            <a:endParaRPr/>
          </a:p>
        </p:txBody>
      </p:sp>
      <p:pic>
        <p:nvPicPr>
          <p:cNvPr id="364" name="Google Shape;364;p38"/>
          <p:cNvPicPr preferRelativeResize="0"/>
          <p:nvPr/>
        </p:nvPicPr>
        <p:blipFill rotWithShape="1">
          <a:blip r:embed="rId5">
            <a:alphaModFix/>
          </a:blip>
          <a:srcRect b="0" l="0" r="0" t="0"/>
          <a:stretch/>
        </p:blipFill>
        <p:spPr>
          <a:xfrm>
            <a:off x="7566025" y="3800475"/>
            <a:ext cx="2952750" cy="361950"/>
          </a:xfrm>
          <a:prstGeom prst="rect">
            <a:avLst/>
          </a:prstGeom>
          <a:noFill/>
          <a:ln>
            <a:noFill/>
          </a:ln>
        </p:spPr>
      </p:pic>
      <p:pic>
        <p:nvPicPr>
          <p:cNvPr id="365" name="Google Shape;365;p38"/>
          <p:cNvPicPr preferRelativeResize="0"/>
          <p:nvPr/>
        </p:nvPicPr>
        <p:blipFill rotWithShape="1">
          <a:blip r:embed="rId6">
            <a:alphaModFix/>
          </a:blip>
          <a:srcRect b="0" l="0" r="0" t="0"/>
          <a:stretch/>
        </p:blipFill>
        <p:spPr>
          <a:xfrm>
            <a:off x="8938154" y="4257675"/>
            <a:ext cx="1190625" cy="276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9"/>
          <p:cNvSpPr txBox="1"/>
          <p:nvPr>
            <p:ph idx="1" type="body"/>
          </p:nvPr>
        </p:nvSpPr>
        <p:spPr>
          <a:xfrm>
            <a:off x="1143000" y="2057400"/>
            <a:ext cx="9872871" cy="4038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240"/>
              <a:buNone/>
            </a:pPr>
            <a:r>
              <a:rPr b="1" lang="es-MX" sz="2800">
                <a:solidFill>
                  <a:schemeClr val="accent1"/>
                </a:solidFill>
                <a:latin typeface="Rockwell"/>
                <a:ea typeface="Rockwell"/>
                <a:cs typeface="Rockwell"/>
                <a:sym typeface="Rockwell"/>
              </a:rPr>
              <a:t>Análisis de varianza (ANOVA):</a:t>
            </a:r>
            <a:endParaRPr/>
          </a:p>
          <a:p>
            <a:pPr indent="0" lvl="0" marL="0" rtl="0" algn="l">
              <a:lnSpc>
                <a:spcPct val="90000"/>
              </a:lnSpc>
              <a:spcBef>
                <a:spcPts val="1400"/>
              </a:spcBef>
              <a:spcAft>
                <a:spcPts val="0"/>
              </a:spcAft>
              <a:buSzPts val="1760"/>
              <a:buNone/>
            </a:pPr>
            <a:r>
              <a:t/>
            </a:r>
            <a:endParaRPr/>
          </a:p>
        </p:txBody>
      </p:sp>
      <p:pic>
        <p:nvPicPr>
          <p:cNvPr id="371" name="Google Shape;371;p39"/>
          <p:cNvPicPr preferRelativeResize="0"/>
          <p:nvPr/>
        </p:nvPicPr>
        <p:blipFill rotWithShape="1">
          <a:blip r:embed="rId3">
            <a:alphaModFix/>
          </a:blip>
          <a:srcRect b="0" l="0" r="0" t="0"/>
          <a:stretch/>
        </p:blipFill>
        <p:spPr>
          <a:xfrm>
            <a:off x="1214437" y="2456920"/>
            <a:ext cx="9763125" cy="2943225"/>
          </a:xfrm>
          <a:prstGeom prst="rect">
            <a:avLst/>
          </a:prstGeom>
          <a:noFill/>
          <a:ln>
            <a:noFill/>
          </a:ln>
        </p:spPr>
      </p:pic>
      <p:sp>
        <p:nvSpPr>
          <p:cNvPr id="372" name="Google Shape;372;p39"/>
          <p:cNvSpPr txBox="1"/>
          <p:nvPr/>
        </p:nvSpPr>
        <p:spPr>
          <a:xfrm>
            <a:off x="691892" y="484247"/>
            <a:ext cx="1043182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accent1"/>
              </a:buClr>
              <a:buSzPts val="3200"/>
              <a:buFont typeface="Rockwell"/>
              <a:buNone/>
            </a:pPr>
            <a:r>
              <a:rPr b="1" lang="es-MX" sz="3200">
                <a:solidFill>
                  <a:schemeClr val="accent1"/>
                </a:solidFill>
                <a:latin typeface="Rockwell"/>
                <a:ea typeface="Rockwell"/>
                <a:cs typeface="Rockwell"/>
                <a:sym typeface="Rockwell"/>
              </a:rPr>
              <a:t>Comparación de más de dos tratamientos</a:t>
            </a:r>
            <a:endParaRPr/>
          </a:p>
        </p:txBody>
      </p:sp>
      <p:sp>
        <p:nvSpPr>
          <p:cNvPr id="373" name="Google Shape;373;p39"/>
          <p:cNvSpPr txBox="1"/>
          <p:nvPr/>
        </p:nvSpPr>
        <p:spPr>
          <a:xfrm>
            <a:off x="1039026" y="5642042"/>
            <a:ext cx="10661908"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Corbel"/>
                <a:ea typeface="Corbel"/>
                <a:cs typeface="Corbel"/>
                <a:sym typeface="Corbel"/>
              </a:rPr>
              <a:t>*E</a:t>
            </a:r>
            <a:r>
              <a:rPr b="0" i="0" lang="es-MX" sz="1800" u="none" strike="noStrike">
                <a:solidFill>
                  <a:schemeClr val="dk1"/>
                </a:solidFill>
                <a:latin typeface="Corbel"/>
                <a:ea typeface="Corbel"/>
                <a:cs typeface="Corbel"/>
                <a:sym typeface="Corbel"/>
              </a:rPr>
              <a:t>s importante resaltar que el ANOVA supone que la variable de respuesta se distribuye </a:t>
            </a:r>
            <a:r>
              <a:rPr b="0" i="1" lang="es-MX" sz="1800" u="none" strike="noStrike">
                <a:solidFill>
                  <a:schemeClr val="dk1"/>
                </a:solidFill>
                <a:latin typeface="Corbel"/>
                <a:ea typeface="Corbel"/>
                <a:cs typeface="Corbel"/>
                <a:sym typeface="Corbel"/>
              </a:rPr>
              <a:t>normal</a:t>
            </a:r>
            <a:r>
              <a:rPr b="0" i="0" lang="es-MX" sz="1800" u="none" strike="noStrike">
                <a:solidFill>
                  <a:schemeClr val="dk1"/>
                </a:solidFill>
                <a:latin typeface="Corbel"/>
                <a:ea typeface="Corbel"/>
                <a:cs typeface="Corbel"/>
                <a:sym typeface="Corbel"/>
              </a:rPr>
              <a:t>, con </a:t>
            </a:r>
            <a:r>
              <a:rPr b="0" i="1" lang="es-MX" sz="1800" u="none" strike="noStrike">
                <a:solidFill>
                  <a:schemeClr val="dk1"/>
                </a:solidFill>
                <a:latin typeface="Corbel"/>
                <a:ea typeface="Corbel"/>
                <a:cs typeface="Corbel"/>
                <a:sym typeface="Corbel"/>
              </a:rPr>
              <a:t>varianza constante </a:t>
            </a:r>
            <a:r>
              <a:rPr b="0" i="0" lang="es-MX" sz="1800" u="none" strike="noStrike">
                <a:solidFill>
                  <a:schemeClr val="dk1"/>
                </a:solidFill>
                <a:latin typeface="Corbel"/>
                <a:ea typeface="Corbel"/>
                <a:cs typeface="Corbel"/>
                <a:sym typeface="Corbel"/>
              </a:rPr>
              <a:t>(los tratamientos tienen varianza similar) y que las mediciones son </a:t>
            </a:r>
            <a:r>
              <a:rPr b="0" i="1" lang="es-MX" sz="1800" u="none" strike="noStrike">
                <a:solidFill>
                  <a:schemeClr val="dk1"/>
                </a:solidFill>
                <a:latin typeface="Corbel"/>
                <a:ea typeface="Corbel"/>
                <a:cs typeface="Corbel"/>
                <a:sym typeface="Corbel"/>
              </a:rPr>
              <a:t>independientes </a:t>
            </a:r>
            <a:r>
              <a:rPr b="0" i="0" lang="es-MX" sz="1800" u="none" strike="noStrike">
                <a:solidFill>
                  <a:schemeClr val="dk1"/>
                </a:solidFill>
                <a:latin typeface="Corbel"/>
                <a:ea typeface="Corbel"/>
                <a:cs typeface="Corbel"/>
                <a:sym typeface="Corbel"/>
              </a:rPr>
              <a:t>entre sí.</a:t>
            </a:r>
            <a:endParaRPr sz="1800">
              <a:solidFill>
                <a:schemeClr val="dk1"/>
              </a:solidFill>
              <a:latin typeface="Corbel"/>
              <a:ea typeface="Corbel"/>
              <a:cs typeface="Corbel"/>
              <a:sym typeface="Corbel"/>
            </a:endParaRPr>
          </a:p>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0"/>
          <p:cNvSpPr txBox="1"/>
          <p:nvPr>
            <p:ph idx="1" type="body"/>
          </p:nvPr>
        </p:nvSpPr>
        <p:spPr>
          <a:xfrm>
            <a:off x="838200" y="1526157"/>
            <a:ext cx="10515600" cy="4650806"/>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SzPts val="1440"/>
              <a:buNone/>
            </a:pPr>
            <a:r>
              <a:rPr b="1" lang="es-MX" sz="1800">
                <a:solidFill>
                  <a:schemeClr val="dk1"/>
                </a:solidFill>
                <a:latin typeface="Rockwell"/>
                <a:ea typeface="Rockwell"/>
                <a:cs typeface="Rockwell"/>
                <a:sym typeface="Rockwell"/>
              </a:rPr>
              <a:t>Análisis de varianza (ANOVA):</a:t>
            </a:r>
            <a:endParaRPr/>
          </a:p>
          <a:p>
            <a:pPr indent="0" lvl="0" marL="0" rtl="0" algn="just">
              <a:lnSpc>
                <a:spcPct val="90000"/>
              </a:lnSpc>
              <a:spcBef>
                <a:spcPts val="1400"/>
              </a:spcBef>
              <a:spcAft>
                <a:spcPts val="0"/>
              </a:spcAft>
              <a:buSzPts val="1440"/>
              <a:buNone/>
            </a:pPr>
            <a:r>
              <a:rPr lang="es-MX" sz="1800">
                <a:solidFill>
                  <a:schemeClr val="dk1"/>
                </a:solidFill>
                <a:latin typeface="Rockwell"/>
                <a:ea typeface="Rockwell"/>
                <a:cs typeface="Rockwell"/>
                <a:sym typeface="Rockwell"/>
              </a:rPr>
              <a:t>Ejemplo: </a:t>
            </a:r>
            <a:r>
              <a:rPr b="1" i="0" lang="es-MX" sz="1800" u="none" strike="noStrike">
                <a:solidFill>
                  <a:schemeClr val="dk1"/>
                </a:solidFill>
                <a:latin typeface="Rockwell"/>
                <a:ea typeface="Rockwell"/>
                <a:cs typeface="Rockwell"/>
                <a:sym typeface="Rockwell"/>
              </a:rPr>
              <a:t>Comparación de cuatro métodos de ensamble. </a:t>
            </a:r>
            <a:r>
              <a:rPr b="0" i="0" lang="es-MX" sz="1800" u="none" strike="noStrike">
                <a:solidFill>
                  <a:schemeClr val="dk1"/>
                </a:solidFill>
                <a:latin typeface="Rockwell"/>
                <a:ea typeface="Rockwell"/>
                <a:cs typeface="Rockwell"/>
                <a:sym typeface="Rockwell"/>
              </a:rPr>
              <a:t>Un equipo de mejora investiga el efecto de cuatro </a:t>
            </a:r>
            <a:r>
              <a:rPr b="0" i="1" lang="es-MX" sz="1800" u="none" strike="noStrike">
                <a:solidFill>
                  <a:schemeClr val="dk1"/>
                </a:solidFill>
                <a:latin typeface="Rockwell"/>
                <a:ea typeface="Rockwell"/>
                <a:cs typeface="Rockwell"/>
                <a:sym typeface="Rockwell"/>
              </a:rPr>
              <a:t>métodos de ensamble A</a:t>
            </a:r>
            <a:r>
              <a:rPr b="0" i="0" lang="es-MX" sz="1800" u="none" strike="noStrike">
                <a:solidFill>
                  <a:schemeClr val="dk1"/>
                </a:solidFill>
                <a:latin typeface="Rockwell"/>
                <a:ea typeface="Rockwell"/>
                <a:cs typeface="Rockwell"/>
                <a:sym typeface="Rockwell"/>
              </a:rPr>
              <a:t>, </a:t>
            </a:r>
            <a:r>
              <a:rPr b="0" i="1" lang="es-MX" sz="1800" u="none" strike="noStrike">
                <a:solidFill>
                  <a:schemeClr val="dk1"/>
                </a:solidFill>
                <a:latin typeface="Rockwell"/>
                <a:ea typeface="Rockwell"/>
                <a:cs typeface="Rockwell"/>
                <a:sym typeface="Rockwell"/>
              </a:rPr>
              <a:t>B</a:t>
            </a:r>
            <a:r>
              <a:rPr b="0" i="0" lang="es-MX" sz="1800" u="none" strike="noStrike">
                <a:solidFill>
                  <a:schemeClr val="dk1"/>
                </a:solidFill>
                <a:latin typeface="Rockwell"/>
                <a:ea typeface="Rockwell"/>
                <a:cs typeface="Rockwell"/>
                <a:sym typeface="Rockwell"/>
              </a:rPr>
              <a:t>, </a:t>
            </a:r>
            <a:r>
              <a:rPr b="0" i="1" lang="es-MX" sz="1800" u="none" strike="noStrike">
                <a:solidFill>
                  <a:schemeClr val="dk1"/>
                </a:solidFill>
                <a:latin typeface="Rockwell"/>
                <a:ea typeface="Rockwell"/>
                <a:cs typeface="Rockwell"/>
                <a:sym typeface="Rockwell"/>
              </a:rPr>
              <a:t>C </a:t>
            </a:r>
            <a:r>
              <a:rPr b="0" i="0" lang="es-MX" sz="1800" u="none" strike="noStrike">
                <a:solidFill>
                  <a:schemeClr val="dk1"/>
                </a:solidFill>
                <a:latin typeface="Rockwell"/>
                <a:ea typeface="Rockwell"/>
                <a:cs typeface="Rockwell"/>
                <a:sym typeface="Rockwell"/>
              </a:rPr>
              <a:t>y </a:t>
            </a:r>
            <a:r>
              <a:rPr b="0" i="1" lang="es-MX" sz="1800" u="none" strike="noStrike">
                <a:solidFill>
                  <a:schemeClr val="dk1"/>
                </a:solidFill>
                <a:latin typeface="Rockwell"/>
                <a:ea typeface="Rockwell"/>
                <a:cs typeface="Rockwell"/>
                <a:sym typeface="Rockwell"/>
              </a:rPr>
              <a:t>D</a:t>
            </a:r>
            <a:r>
              <a:rPr b="0" i="0" lang="es-MX" sz="1800" u="none" strike="noStrike">
                <a:solidFill>
                  <a:schemeClr val="dk1"/>
                </a:solidFill>
                <a:latin typeface="Rockwell"/>
                <a:ea typeface="Rockwell"/>
                <a:cs typeface="Rockwell"/>
                <a:sym typeface="Rockwell"/>
              </a:rPr>
              <a:t>, sobre el </a:t>
            </a:r>
            <a:r>
              <a:rPr b="0" i="1" lang="es-MX" sz="1800" u="none" strike="noStrike">
                <a:solidFill>
                  <a:schemeClr val="dk1"/>
                </a:solidFill>
                <a:latin typeface="Rockwell"/>
                <a:ea typeface="Rockwell"/>
                <a:cs typeface="Rockwell"/>
                <a:sym typeface="Rockwell"/>
              </a:rPr>
              <a:t>tiempo de ensamble </a:t>
            </a:r>
            <a:r>
              <a:rPr b="0" i="0" lang="es-MX" sz="1800" u="none" strike="noStrike">
                <a:solidFill>
                  <a:schemeClr val="dk1"/>
                </a:solidFill>
                <a:latin typeface="Rockwell"/>
                <a:ea typeface="Rockwell"/>
                <a:cs typeface="Rockwell"/>
                <a:sym typeface="Rockwell"/>
              </a:rPr>
              <a:t>en minutos.</a:t>
            </a:r>
            <a:endParaRPr/>
          </a:p>
          <a:p>
            <a:pPr indent="0" lvl="0" marL="0" rtl="0" algn="just">
              <a:lnSpc>
                <a:spcPct val="90000"/>
              </a:lnSpc>
              <a:spcBef>
                <a:spcPts val="1400"/>
              </a:spcBef>
              <a:spcAft>
                <a:spcPts val="0"/>
              </a:spcAft>
              <a:buSzPts val="1440"/>
              <a:buNone/>
            </a:pPr>
            <a:r>
              <a:rPr b="0" i="0" lang="es-MX" sz="1800" u="none" strike="noStrike">
                <a:solidFill>
                  <a:schemeClr val="dk1"/>
                </a:solidFill>
                <a:latin typeface="Rockwell"/>
                <a:ea typeface="Rockwell"/>
                <a:cs typeface="Rockwell"/>
                <a:sym typeface="Rockwell"/>
              </a:rPr>
              <a:t>Los tiempos de ensamble obtenidos se muestran en la tabla. </a:t>
            </a:r>
            <a:endParaRPr/>
          </a:p>
          <a:p>
            <a:pPr indent="0" lvl="0" marL="0" rtl="0" algn="just">
              <a:lnSpc>
                <a:spcPct val="90000"/>
              </a:lnSpc>
              <a:spcBef>
                <a:spcPts val="1400"/>
              </a:spcBef>
              <a:spcAft>
                <a:spcPts val="0"/>
              </a:spcAft>
              <a:buSzPts val="1440"/>
              <a:buNone/>
            </a:pPr>
            <a:r>
              <a:t/>
            </a:r>
            <a:endParaRPr sz="1800">
              <a:solidFill>
                <a:schemeClr val="dk1"/>
              </a:solidFill>
              <a:latin typeface="Rockwell"/>
              <a:ea typeface="Rockwell"/>
              <a:cs typeface="Rockwell"/>
              <a:sym typeface="Rockwell"/>
            </a:endParaRPr>
          </a:p>
          <a:p>
            <a:pPr indent="0" lvl="0" marL="0" rtl="0" algn="just">
              <a:lnSpc>
                <a:spcPct val="90000"/>
              </a:lnSpc>
              <a:spcBef>
                <a:spcPts val="1400"/>
              </a:spcBef>
              <a:spcAft>
                <a:spcPts val="0"/>
              </a:spcAft>
              <a:buSzPts val="1440"/>
              <a:buNone/>
            </a:pPr>
            <a:r>
              <a:t/>
            </a:r>
            <a:endParaRPr b="0" i="0" sz="1800" u="none" strike="noStrike">
              <a:solidFill>
                <a:schemeClr val="dk1"/>
              </a:solidFill>
              <a:latin typeface="Rockwell"/>
              <a:ea typeface="Rockwell"/>
              <a:cs typeface="Rockwell"/>
              <a:sym typeface="Rockwell"/>
            </a:endParaRPr>
          </a:p>
          <a:p>
            <a:pPr indent="0" lvl="0" marL="0" rtl="0" algn="just">
              <a:lnSpc>
                <a:spcPct val="90000"/>
              </a:lnSpc>
              <a:spcBef>
                <a:spcPts val="1400"/>
              </a:spcBef>
              <a:spcAft>
                <a:spcPts val="0"/>
              </a:spcAft>
              <a:buSzPts val="1440"/>
              <a:buNone/>
            </a:pPr>
            <a:r>
              <a:t/>
            </a:r>
            <a:endParaRPr sz="1800">
              <a:solidFill>
                <a:schemeClr val="dk1"/>
              </a:solidFill>
              <a:latin typeface="Rockwell"/>
              <a:ea typeface="Rockwell"/>
              <a:cs typeface="Rockwell"/>
              <a:sym typeface="Rockwell"/>
            </a:endParaRPr>
          </a:p>
          <a:p>
            <a:pPr indent="0" lvl="0" marL="0" rtl="0" algn="just">
              <a:lnSpc>
                <a:spcPct val="90000"/>
              </a:lnSpc>
              <a:spcBef>
                <a:spcPts val="1400"/>
              </a:spcBef>
              <a:spcAft>
                <a:spcPts val="0"/>
              </a:spcAft>
              <a:buSzPts val="1440"/>
              <a:buNone/>
            </a:pPr>
            <a:r>
              <a:t/>
            </a:r>
            <a:endParaRPr b="0" i="0" sz="1800" u="none" strike="noStrike">
              <a:solidFill>
                <a:schemeClr val="dk1"/>
              </a:solidFill>
              <a:latin typeface="Rockwell"/>
              <a:ea typeface="Rockwell"/>
              <a:cs typeface="Rockwell"/>
              <a:sym typeface="Rockwell"/>
            </a:endParaRPr>
          </a:p>
          <a:p>
            <a:pPr indent="0" lvl="0" marL="0" rtl="0" algn="just">
              <a:lnSpc>
                <a:spcPct val="100000"/>
              </a:lnSpc>
              <a:spcBef>
                <a:spcPts val="1400"/>
              </a:spcBef>
              <a:spcAft>
                <a:spcPts val="0"/>
              </a:spcAft>
              <a:buSzPts val="1440"/>
              <a:buNone/>
            </a:pPr>
            <a:r>
              <a:rPr lang="es-MX" sz="1800">
                <a:solidFill>
                  <a:schemeClr val="dk1"/>
                </a:solidFill>
                <a:latin typeface="Rockwell"/>
                <a:ea typeface="Rockwell"/>
                <a:cs typeface="Rockwell"/>
                <a:sym typeface="Rockwell"/>
              </a:rPr>
              <a:t>La primera interrogante a despejar es si existen diferencias entre los tiempos de ensamble promedio de los diferentes métodos.</a:t>
            </a:r>
            <a:endParaRPr/>
          </a:p>
          <a:p>
            <a:pPr indent="0" lvl="0" marL="0" rtl="0" algn="l">
              <a:lnSpc>
                <a:spcPct val="90000"/>
              </a:lnSpc>
              <a:spcBef>
                <a:spcPts val="1400"/>
              </a:spcBef>
              <a:spcAft>
                <a:spcPts val="0"/>
              </a:spcAft>
              <a:buSzPts val="1440"/>
              <a:buNone/>
            </a:pPr>
            <a:r>
              <a:t/>
            </a:r>
            <a:endParaRPr sz="1800"/>
          </a:p>
        </p:txBody>
      </p:sp>
      <p:pic>
        <p:nvPicPr>
          <p:cNvPr id="379" name="Google Shape;379;p40"/>
          <p:cNvPicPr preferRelativeResize="0"/>
          <p:nvPr/>
        </p:nvPicPr>
        <p:blipFill rotWithShape="1">
          <a:blip r:embed="rId3">
            <a:alphaModFix/>
          </a:blip>
          <a:srcRect b="0" l="0" r="0" t="0"/>
          <a:stretch/>
        </p:blipFill>
        <p:spPr>
          <a:xfrm>
            <a:off x="4015921" y="2868844"/>
            <a:ext cx="3936416" cy="1452100"/>
          </a:xfrm>
          <a:prstGeom prst="rect">
            <a:avLst/>
          </a:prstGeom>
          <a:noFill/>
          <a:ln>
            <a:noFill/>
          </a:ln>
        </p:spPr>
      </p:pic>
      <p:sp>
        <p:nvSpPr>
          <p:cNvPr id="380" name="Google Shape;380;p40"/>
          <p:cNvSpPr txBox="1"/>
          <p:nvPr/>
        </p:nvSpPr>
        <p:spPr>
          <a:xfrm>
            <a:off x="691892" y="484247"/>
            <a:ext cx="1043182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accent1"/>
              </a:buClr>
              <a:buSzPts val="3200"/>
              <a:buFont typeface="Rockwell"/>
              <a:buNone/>
            </a:pPr>
            <a:r>
              <a:rPr b="1" lang="es-MX" sz="3200">
                <a:solidFill>
                  <a:schemeClr val="accent1"/>
                </a:solidFill>
                <a:latin typeface="Rockwell"/>
                <a:ea typeface="Rockwell"/>
                <a:cs typeface="Rockwell"/>
                <a:sym typeface="Rockwell"/>
              </a:rPr>
              <a:t>Comparación de más de dos tratamientos</a:t>
            </a:r>
            <a:endParaRPr/>
          </a:p>
        </p:txBody>
      </p:sp>
      <p:pic>
        <p:nvPicPr>
          <p:cNvPr id="381" name="Google Shape;381;p40"/>
          <p:cNvPicPr preferRelativeResize="0"/>
          <p:nvPr/>
        </p:nvPicPr>
        <p:blipFill rotWithShape="1">
          <a:blip r:embed="rId4">
            <a:alphaModFix/>
          </a:blip>
          <a:srcRect b="0" l="0" r="0" t="0"/>
          <a:stretch/>
        </p:blipFill>
        <p:spPr>
          <a:xfrm>
            <a:off x="3988641" y="5283540"/>
            <a:ext cx="3990975" cy="1209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pic>
        <p:nvPicPr>
          <p:cNvPr id="386" name="Google Shape;386;p41"/>
          <p:cNvPicPr preferRelativeResize="0"/>
          <p:nvPr>
            <p:ph idx="1" type="body"/>
          </p:nvPr>
        </p:nvPicPr>
        <p:blipFill rotWithShape="1">
          <a:blip r:embed="rId3">
            <a:alphaModFix/>
          </a:blip>
          <a:srcRect b="0" l="0" r="0" t="0"/>
          <a:stretch/>
        </p:blipFill>
        <p:spPr>
          <a:xfrm>
            <a:off x="1100666" y="1779876"/>
            <a:ext cx="9798455" cy="3689591"/>
          </a:xfrm>
          <a:prstGeom prst="rect">
            <a:avLst/>
          </a:prstGeom>
          <a:noFill/>
          <a:ln>
            <a:noFill/>
          </a:ln>
        </p:spPr>
      </p:pic>
      <p:sp>
        <p:nvSpPr>
          <p:cNvPr id="387" name="Google Shape;387;p41"/>
          <p:cNvSpPr txBox="1"/>
          <p:nvPr/>
        </p:nvSpPr>
        <p:spPr>
          <a:xfrm>
            <a:off x="691892" y="484247"/>
            <a:ext cx="1043182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accent1"/>
              </a:buClr>
              <a:buSzPts val="3200"/>
              <a:buFont typeface="Rockwell"/>
              <a:buNone/>
            </a:pPr>
            <a:r>
              <a:rPr b="1" lang="es-MX" sz="3200">
                <a:solidFill>
                  <a:schemeClr val="accent1"/>
                </a:solidFill>
                <a:latin typeface="Rockwell"/>
                <a:ea typeface="Rockwell"/>
                <a:cs typeface="Rockwell"/>
                <a:sym typeface="Rockwell"/>
              </a:rPr>
              <a:t>Comparación de más de dos tratamientos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id="392" name="Google Shape;392;p42"/>
          <p:cNvPicPr preferRelativeResize="0"/>
          <p:nvPr/>
        </p:nvPicPr>
        <p:blipFill rotWithShape="1">
          <a:blip r:embed="rId3">
            <a:alphaModFix/>
          </a:blip>
          <a:srcRect b="0" l="0" r="0" t="0"/>
          <a:stretch/>
        </p:blipFill>
        <p:spPr>
          <a:xfrm>
            <a:off x="691892" y="3604490"/>
            <a:ext cx="6829425" cy="838200"/>
          </a:xfrm>
          <a:prstGeom prst="rect">
            <a:avLst/>
          </a:prstGeom>
          <a:noFill/>
          <a:ln>
            <a:noFill/>
          </a:ln>
        </p:spPr>
      </p:pic>
      <p:pic>
        <p:nvPicPr>
          <p:cNvPr id="393" name="Google Shape;393;p42"/>
          <p:cNvPicPr preferRelativeResize="0"/>
          <p:nvPr/>
        </p:nvPicPr>
        <p:blipFill rotWithShape="1">
          <a:blip r:embed="rId4">
            <a:alphaModFix/>
          </a:blip>
          <a:srcRect b="0" l="0" r="0" t="0"/>
          <a:stretch/>
        </p:blipFill>
        <p:spPr>
          <a:xfrm>
            <a:off x="691892" y="1471740"/>
            <a:ext cx="3972984" cy="662164"/>
          </a:xfrm>
          <a:prstGeom prst="rect">
            <a:avLst/>
          </a:prstGeom>
          <a:noFill/>
          <a:ln>
            <a:noFill/>
          </a:ln>
        </p:spPr>
      </p:pic>
      <p:pic>
        <p:nvPicPr>
          <p:cNvPr id="394" name="Google Shape;394;p42"/>
          <p:cNvPicPr preferRelativeResize="0"/>
          <p:nvPr/>
        </p:nvPicPr>
        <p:blipFill rotWithShape="1">
          <a:blip r:embed="rId5">
            <a:alphaModFix/>
          </a:blip>
          <a:srcRect b="0" l="0" r="0" t="0"/>
          <a:stretch/>
        </p:blipFill>
        <p:spPr>
          <a:xfrm>
            <a:off x="691892" y="2490364"/>
            <a:ext cx="5565775" cy="681009"/>
          </a:xfrm>
          <a:prstGeom prst="rect">
            <a:avLst/>
          </a:prstGeom>
          <a:noFill/>
          <a:ln>
            <a:noFill/>
          </a:ln>
        </p:spPr>
      </p:pic>
      <p:pic>
        <p:nvPicPr>
          <p:cNvPr id="395" name="Google Shape;395;p42"/>
          <p:cNvPicPr preferRelativeResize="0"/>
          <p:nvPr/>
        </p:nvPicPr>
        <p:blipFill rotWithShape="1">
          <a:blip r:embed="rId6">
            <a:alphaModFix/>
          </a:blip>
          <a:srcRect b="0" l="0" r="0" t="0"/>
          <a:stretch/>
        </p:blipFill>
        <p:spPr>
          <a:xfrm>
            <a:off x="7349066" y="2480228"/>
            <a:ext cx="4030133" cy="701279"/>
          </a:xfrm>
          <a:prstGeom prst="rect">
            <a:avLst/>
          </a:prstGeom>
          <a:noFill/>
          <a:ln>
            <a:noFill/>
          </a:ln>
        </p:spPr>
      </p:pic>
      <p:sp>
        <p:nvSpPr>
          <p:cNvPr id="396" name="Google Shape;396;p42"/>
          <p:cNvSpPr txBox="1"/>
          <p:nvPr/>
        </p:nvSpPr>
        <p:spPr>
          <a:xfrm>
            <a:off x="691892" y="484247"/>
            <a:ext cx="1043182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accent1"/>
              </a:buClr>
              <a:buSzPts val="3200"/>
              <a:buFont typeface="Rockwell"/>
              <a:buNone/>
            </a:pPr>
            <a:r>
              <a:rPr b="1" lang="es-MX" sz="3200">
                <a:solidFill>
                  <a:schemeClr val="accent1"/>
                </a:solidFill>
                <a:latin typeface="Rockwell"/>
                <a:ea typeface="Rockwell"/>
                <a:cs typeface="Rockwell"/>
                <a:sym typeface="Rockwell"/>
              </a:rPr>
              <a:t>Comparación de más de dos tratamientos</a:t>
            </a:r>
            <a:endParaRPr/>
          </a:p>
        </p:txBody>
      </p:sp>
      <p:pic>
        <p:nvPicPr>
          <p:cNvPr id="397" name="Google Shape;397;p42"/>
          <p:cNvPicPr preferRelativeResize="0"/>
          <p:nvPr/>
        </p:nvPicPr>
        <p:blipFill rotWithShape="1">
          <a:blip r:embed="rId7">
            <a:alphaModFix/>
          </a:blip>
          <a:srcRect b="0" l="0" r="0" t="0"/>
          <a:stretch/>
        </p:blipFill>
        <p:spPr>
          <a:xfrm>
            <a:off x="713342" y="4641959"/>
            <a:ext cx="3219450" cy="857250"/>
          </a:xfrm>
          <a:prstGeom prst="rect">
            <a:avLst/>
          </a:prstGeom>
          <a:noFill/>
          <a:ln>
            <a:noFill/>
          </a:ln>
        </p:spPr>
      </p:pic>
      <p:pic>
        <p:nvPicPr>
          <p:cNvPr id="398" name="Google Shape;398;p42"/>
          <p:cNvPicPr preferRelativeResize="0"/>
          <p:nvPr/>
        </p:nvPicPr>
        <p:blipFill rotWithShape="1">
          <a:blip r:embed="rId8">
            <a:alphaModFix/>
          </a:blip>
          <a:srcRect b="0" l="0" r="0" t="0"/>
          <a:stretch/>
        </p:blipFill>
        <p:spPr>
          <a:xfrm>
            <a:off x="935756" y="5725933"/>
            <a:ext cx="1562100" cy="371475"/>
          </a:xfrm>
          <a:prstGeom prst="rect">
            <a:avLst/>
          </a:prstGeom>
          <a:noFill/>
          <a:ln>
            <a:noFill/>
          </a:ln>
        </p:spPr>
      </p:pic>
      <p:pic>
        <p:nvPicPr>
          <p:cNvPr id="399" name="Google Shape;399;p42"/>
          <p:cNvPicPr preferRelativeResize="0"/>
          <p:nvPr/>
        </p:nvPicPr>
        <p:blipFill rotWithShape="1">
          <a:blip r:embed="rId9">
            <a:alphaModFix/>
          </a:blip>
          <a:srcRect b="0" l="0" r="0" t="7614"/>
          <a:stretch/>
        </p:blipFill>
        <p:spPr>
          <a:xfrm>
            <a:off x="935756" y="6256327"/>
            <a:ext cx="2771775" cy="360788"/>
          </a:xfrm>
          <a:prstGeom prst="rect">
            <a:avLst/>
          </a:prstGeom>
          <a:noFill/>
          <a:ln>
            <a:noFill/>
          </a:ln>
        </p:spPr>
      </p:pic>
      <p:sp>
        <p:nvSpPr>
          <p:cNvPr id="400" name="Google Shape;400;p42"/>
          <p:cNvSpPr txBox="1"/>
          <p:nvPr/>
        </p:nvSpPr>
        <p:spPr>
          <a:xfrm>
            <a:off x="6156255" y="5635743"/>
            <a:ext cx="5222944"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MX" sz="1800" u="none" strike="noStrike">
                <a:solidFill>
                  <a:schemeClr val="dk1"/>
                </a:solidFill>
                <a:latin typeface="Corbel"/>
                <a:ea typeface="Corbel"/>
                <a:cs typeface="Corbel"/>
                <a:sym typeface="Corbel"/>
              </a:rPr>
              <a:t>Rechaza </a:t>
            </a:r>
            <a:r>
              <a:rPr b="0" i="1" lang="es-MX" sz="1800" u="none" strike="noStrike">
                <a:solidFill>
                  <a:schemeClr val="dk1"/>
                </a:solidFill>
                <a:latin typeface="Corbel"/>
                <a:ea typeface="Corbel"/>
                <a:cs typeface="Corbel"/>
                <a:sym typeface="Corbel"/>
              </a:rPr>
              <a:t>H</a:t>
            </a:r>
            <a:r>
              <a:rPr b="0" i="0" lang="es-MX" sz="800" u="none" strike="noStrike">
                <a:solidFill>
                  <a:schemeClr val="dk1"/>
                </a:solidFill>
                <a:latin typeface="Corbel"/>
                <a:ea typeface="Corbel"/>
                <a:cs typeface="Corbel"/>
                <a:sym typeface="Corbel"/>
              </a:rPr>
              <a:t>0</a:t>
            </a:r>
            <a:r>
              <a:rPr b="0" i="0" lang="es-MX" sz="1800" u="none" strike="noStrike">
                <a:solidFill>
                  <a:schemeClr val="dk1"/>
                </a:solidFill>
                <a:latin typeface="Corbel"/>
                <a:ea typeface="Corbel"/>
                <a:cs typeface="Corbel"/>
                <a:sym typeface="Corbel"/>
              </a:rPr>
              <a:t>, con lo cual se concluye que sí hay diferencia o efecto de los métodos de ensamble en cuanto a su tiempo promedio.</a:t>
            </a:r>
            <a:endParaRPr sz="1800">
              <a:solidFill>
                <a:schemeClr val="dk1"/>
              </a:solidFill>
              <a:latin typeface="Corbel"/>
              <a:ea typeface="Corbel"/>
              <a:cs typeface="Corbel"/>
              <a:sym typeface="Corbe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3"/>
          <p:cNvSpPr txBox="1"/>
          <p:nvPr>
            <p:ph idx="1" type="body"/>
          </p:nvPr>
        </p:nvSpPr>
        <p:spPr>
          <a:xfrm>
            <a:off x="691900" y="1019775"/>
            <a:ext cx="9873000" cy="4038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240"/>
              <a:buNone/>
            </a:pPr>
            <a:r>
              <a:rPr b="1" lang="es-MX" sz="2800">
                <a:solidFill>
                  <a:schemeClr val="accent1"/>
                </a:solidFill>
                <a:latin typeface="Rockwell"/>
                <a:ea typeface="Rockwell"/>
                <a:cs typeface="Rockwell"/>
                <a:sym typeface="Rockwell"/>
              </a:rPr>
              <a:t>Análisis de varianza (ANOVA):</a:t>
            </a:r>
            <a:endParaRPr/>
          </a:p>
          <a:p>
            <a:pPr indent="0" lvl="0" marL="0" rtl="0" algn="l">
              <a:lnSpc>
                <a:spcPct val="90000"/>
              </a:lnSpc>
              <a:spcBef>
                <a:spcPts val="1400"/>
              </a:spcBef>
              <a:spcAft>
                <a:spcPts val="0"/>
              </a:spcAft>
              <a:buSzPts val="1760"/>
              <a:buNone/>
            </a:pPr>
            <a:r>
              <a:rPr lang="es-MX"/>
              <a:t>En Excel:</a:t>
            </a:r>
            <a:endParaRPr/>
          </a:p>
          <a:p>
            <a:pPr indent="0" lvl="0" marL="0" rtl="0" algn="l">
              <a:lnSpc>
                <a:spcPct val="90000"/>
              </a:lnSpc>
              <a:spcBef>
                <a:spcPts val="1400"/>
              </a:spcBef>
              <a:spcAft>
                <a:spcPts val="0"/>
              </a:spcAft>
              <a:buSzPts val="1440"/>
              <a:buNone/>
            </a:pPr>
            <a:r>
              <a:rPr b="0" i="1" lang="es-MX" sz="1800" u="none" strike="noStrike">
                <a:latin typeface="Times"/>
                <a:ea typeface="Times"/>
                <a:cs typeface="Times"/>
                <a:sym typeface="Times"/>
              </a:rPr>
              <a:t>Datos </a:t>
            </a:r>
            <a:r>
              <a:rPr lang="es-MX" sz="1800">
                <a:latin typeface="Noto Sans Symbols"/>
                <a:ea typeface="Noto Sans Symbols"/>
                <a:cs typeface="Noto Sans Symbols"/>
                <a:sym typeface="Noto Sans Symbols"/>
              </a:rPr>
              <a:t>-</a:t>
            </a:r>
            <a:r>
              <a:rPr b="0" i="0" lang="es-MX" sz="1800" u="none" strike="noStrike">
                <a:latin typeface="Noto Sans Symbols"/>
                <a:ea typeface="Noto Sans Symbols"/>
                <a:cs typeface="Noto Sans Symbols"/>
                <a:sym typeface="Noto Sans Symbols"/>
              </a:rPr>
              <a:t> </a:t>
            </a:r>
            <a:r>
              <a:rPr b="0" i="1" lang="es-MX" sz="1800" u="none" strike="noStrike">
                <a:latin typeface="Times"/>
                <a:ea typeface="Times"/>
                <a:cs typeface="Times"/>
                <a:sym typeface="Times"/>
              </a:rPr>
              <a:t>Análisis de datos </a:t>
            </a:r>
            <a:r>
              <a:rPr lang="es-MX" sz="1800">
                <a:latin typeface="Noto Sans Symbols"/>
                <a:ea typeface="Noto Sans Symbols"/>
                <a:cs typeface="Noto Sans Symbols"/>
                <a:sym typeface="Noto Sans Symbols"/>
              </a:rPr>
              <a:t>-</a:t>
            </a:r>
            <a:r>
              <a:rPr b="0" i="0" lang="es-MX" sz="1800" u="none" strike="noStrike">
                <a:latin typeface="Noto Sans Symbols"/>
                <a:ea typeface="Noto Sans Symbols"/>
                <a:cs typeface="Noto Sans Symbols"/>
                <a:sym typeface="Noto Sans Symbols"/>
              </a:rPr>
              <a:t> </a:t>
            </a:r>
            <a:r>
              <a:rPr b="0" i="1" lang="es-MX" sz="1800" u="none" strike="noStrike">
                <a:latin typeface="Times"/>
                <a:ea typeface="Times"/>
                <a:cs typeface="Times"/>
                <a:sym typeface="Times"/>
              </a:rPr>
              <a:t>Análisis de varianza con un factor</a:t>
            </a:r>
            <a:r>
              <a:rPr b="0" i="0" lang="es-MX" sz="1800" u="none" strike="noStrike">
                <a:latin typeface="Times"/>
                <a:ea typeface="Times"/>
                <a:cs typeface="Times"/>
                <a:sym typeface="Times"/>
              </a:rPr>
              <a:t>.</a:t>
            </a:r>
            <a:endParaRPr/>
          </a:p>
        </p:txBody>
      </p:sp>
      <p:sp>
        <p:nvSpPr>
          <p:cNvPr id="406" name="Google Shape;406;p43"/>
          <p:cNvSpPr txBox="1"/>
          <p:nvPr/>
        </p:nvSpPr>
        <p:spPr>
          <a:xfrm>
            <a:off x="691892" y="484247"/>
            <a:ext cx="1043182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accent1"/>
              </a:buClr>
              <a:buSzPts val="3200"/>
              <a:buFont typeface="Rockwell"/>
              <a:buNone/>
            </a:pPr>
            <a:r>
              <a:rPr b="1" lang="es-MX" sz="3200">
                <a:solidFill>
                  <a:schemeClr val="accent1"/>
                </a:solidFill>
                <a:latin typeface="Rockwell"/>
                <a:ea typeface="Rockwell"/>
                <a:cs typeface="Rockwell"/>
                <a:sym typeface="Rockwell"/>
              </a:rPr>
              <a:t>Comparación de más de dos tratamientos</a:t>
            </a:r>
            <a:endParaRPr/>
          </a:p>
        </p:txBody>
      </p:sp>
      <p:graphicFrame>
        <p:nvGraphicFramePr>
          <p:cNvPr id="407" name="Google Shape;407;p43"/>
          <p:cNvGraphicFramePr/>
          <p:nvPr/>
        </p:nvGraphicFramePr>
        <p:xfrm>
          <a:off x="691892" y="2404250"/>
          <a:ext cx="3000000" cy="3000000"/>
        </p:xfrm>
        <a:graphic>
          <a:graphicData uri="http://schemas.openxmlformats.org/drawingml/2006/table">
            <a:tbl>
              <a:tblPr>
                <a:noFill/>
                <a:tableStyleId>{4DC4F6C7-7B87-4E55-8A9C-0BDB522986A1}</a:tableStyleId>
              </a:tblPr>
              <a:tblGrid>
                <a:gridCol w="1879600"/>
                <a:gridCol w="1193800"/>
                <a:gridCol w="1130300"/>
                <a:gridCol w="1600200"/>
                <a:gridCol w="825500"/>
              </a:tblGrid>
              <a:tr h="182875">
                <a:tc>
                  <a:txBody>
                    <a:bodyPr/>
                    <a:lstStyle/>
                    <a:p>
                      <a:pPr indent="0" lvl="0" marL="0" marR="0" rtl="0" algn="l">
                        <a:spcBef>
                          <a:spcPts val="0"/>
                        </a:spcBef>
                        <a:spcAft>
                          <a:spcPts val="0"/>
                        </a:spcAft>
                        <a:buNone/>
                      </a:pPr>
                      <a:r>
                        <a:rPr lang="es-MX" sz="1100" u="none" cap="none" strike="noStrike"/>
                        <a:t>Análisis de varianza de un factor</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7625" marB="0" marR="7625" marL="7625" anchor="b"/>
                </a:tc>
              </a:tr>
              <a:tr h="182875">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7625" marB="0" marR="7625" marL="7625" anchor="b"/>
                </a:tc>
              </a:tr>
              <a:tr h="190500">
                <a:tc>
                  <a:txBody>
                    <a:bodyPr/>
                    <a:lstStyle/>
                    <a:p>
                      <a:pPr indent="0" lvl="0" marL="0" marR="0" rtl="0" algn="l">
                        <a:spcBef>
                          <a:spcPts val="0"/>
                        </a:spcBef>
                        <a:spcAft>
                          <a:spcPts val="0"/>
                        </a:spcAft>
                        <a:buNone/>
                      </a:pPr>
                      <a:r>
                        <a:rPr lang="es-MX" sz="1100" u="none" cap="none" strike="noStrike"/>
                        <a:t>RESUMEN</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7625" marB="0" marR="7625" marL="7625" anchor="b"/>
                </a:tc>
              </a:tr>
              <a:tr h="182875">
                <a:tc>
                  <a:txBody>
                    <a:bodyPr/>
                    <a:lstStyle/>
                    <a:p>
                      <a:pPr indent="0" lvl="0" marL="0" marR="0" rtl="0" algn="ctr">
                        <a:spcBef>
                          <a:spcPts val="0"/>
                        </a:spcBef>
                        <a:spcAft>
                          <a:spcPts val="0"/>
                        </a:spcAft>
                        <a:buNone/>
                      </a:pPr>
                      <a:r>
                        <a:rPr lang="es-MX" sz="1100" u="none" cap="none" strike="noStrike"/>
                        <a:t>Grupos</a:t>
                      </a:r>
                      <a:endParaRPr b="0" i="1"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100" u="none" cap="none" strike="noStrike"/>
                        <a:t>Cuenta</a:t>
                      </a:r>
                      <a:endParaRPr b="0" i="1"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100" u="none" cap="none" strike="noStrike"/>
                        <a:t>Suma</a:t>
                      </a:r>
                      <a:endParaRPr b="0" i="1"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100" u="none" cap="none" strike="noStrike"/>
                        <a:t>Promedio</a:t>
                      </a:r>
                      <a:endParaRPr b="0" i="1"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100" u="none" cap="none" strike="noStrike"/>
                        <a:t>Varianza</a:t>
                      </a:r>
                      <a:endParaRPr b="0" i="1" sz="1100" u="none" cap="none" strike="noStrike">
                        <a:solidFill>
                          <a:srgbClr val="000000"/>
                        </a:solidFill>
                        <a:latin typeface="Calibri"/>
                        <a:ea typeface="Calibri"/>
                        <a:cs typeface="Calibri"/>
                        <a:sym typeface="Calibri"/>
                      </a:endParaRPr>
                    </a:p>
                  </a:txBody>
                  <a:tcPr marT="7625" marB="0" marR="7625" marL="7625" anchor="b"/>
                </a:tc>
              </a:tr>
              <a:tr h="182875">
                <a:tc>
                  <a:txBody>
                    <a:bodyPr/>
                    <a:lstStyle/>
                    <a:p>
                      <a:pPr indent="0" lvl="0" marL="0" marR="0" rtl="0" algn="ctr">
                        <a:spcBef>
                          <a:spcPts val="0"/>
                        </a:spcBef>
                        <a:spcAft>
                          <a:spcPts val="0"/>
                        </a:spcAft>
                        <a:buNone/>
                      </a:pPr>
                      <a:r>
                        <a:rPr lang="es-MX" sz="1100" u="none" cap="none" strike="noStrike"/>
                        <a:t>Método A</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100" u="none" cap="none" strike="noStrike"/>
                        <a:t>4</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100" u="none" cap="none" strike="noStrike"/>
                        <a:t>29</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100" u="none" cap="none" strike="noStrike"/>
                        <a:t>7.25</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100" u="none" cap="none" strike="noStrike"/>
                        <a:t>0.916666667</a:t>
                      </a:r>
                      <a:endParaRPr b="0" i="0" sz="1100" u="none" cap="none" strike="noStrike">
                        <a:solidFill>
                          <a:srgbClr val="000000"/>
                        </a:solidFill>
                        <a:latin typeface="Calibri"/>
                        <a:ea typeface="Calibri"/>
                        <a:cs typeface="Calibri"/>
                        <a:sym typeface="Calibri"/>
                      </a:endParaRPr>
                    </a:p>
                  </a:txBody>
                  <a:tcPr marT="7625" marB="0" marR="7625" marL="7625" anchor="b"/>
                </a:tc>
              </a:tr>
              <a:tr h="182875">
                <a:tc>
                  <a:txBody>
                    <a:bodyPr/>
                    <a:lstStyle/>
                    <a:p>
                      <a:pPr indent="0" lvl="0" marL="0" marR="0" rtl="0" algn="ctr">
                        <a:spcBef>
                          <a:spcPts val="0"/>
                        </a:spcBef>
                        <a:spcAft>
                          <a:spcPts val="0"/>
                        </a:spcAft>
                        <a:buNone/>
                      </a:pPr>
                      <a:r>
                        <a:rPr lang="es-MX" sz="1100" u="none" cap="none" strike="noStrike"/>
                        <a:t>Método B</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100" u="none" cap="none" strike="noStrike"/>
                        <a:t>4</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100" u="none" cap="none" strike="noStrike"/>
                        <a:t>34</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100" u="none" cap="none" strike="noStrike"/>
                        <a:t>8.5</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100" u="none" cap="none" strike="noStrike"/>
                        <a:t>1.666666667</a:t>
                      </a:r>
                      <a:endParaRPr b="0" i="0" sz="1100" u="none" cap="none" strike="noStrike">
                        <a:solidFill>
                          <a:srgbClr val="000000"/>
                        </a:solidFill>
                        <a:latin typeface="Calibri"/>
                        <a:ea typeface="Calibri"/>
                        <a:cs typeface="Calibri"/>
                        <a:sym typeface="Calibri"/>
                      </a:endParaRPr>
                    </a:p>
                  </a:txBody>
                  <a:tcPr marT="7625" marB="0" marR="7625" marL="7625" anchor="b"/>
                </a:tc>
              </a:tr>
              <a:tr h="182875">
                <a:tc>
                  <a:txBody>
                    <a:bodyPr/>
                    <a:lstStyle/>
                    <a:p>
                      <a:pPr indent="0" lvl="0" marL="0" marR="0" rtl="0" algn="ctr">
                        <a:spcBef>
                          <a:spcPts val="0"/>
                        </a:spcBef>
                        <a:spcAft>
                          <a:spcPts val="0"/>
                        </a:spcAft>
                        <a:buNone/>
                      </a:pPr>
                      <a:r>
                        <a:rPr lang="es-MX" sz="1100" u="none" cap="none" strike="noStrike"/>
                        <a:t>Método C</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100" u="none" cap="none" strike="noStrike"/>
                        <a:t>4</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100" u="none" cap="none" strike="noStrike"/>
                        <a:t>51</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100" u="none" cap="none" strike="noStrike"/>
                        <a:t>12.75</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100" u="none" cap="none" strike="noStrike"/>
                        <a:t>5.583333333</a:t>
                      </a:r>
                      <a:endParaRPr b="0" i="0" sz="1100" u="none" cap="none" strike="noStrike">
                        <a:solidFill>
                          <a:srgbClr val="000000"/>
                        </a:solidFill>
                        <a:latin typeface="Calibri"/>
                        <a:ea typeface="Calibri"/>
                        <a:cs typeface="Calibri"/>
                        <a:sym typeface="Calibri"/>
                      </a:endParaRPr>
                    </a:p>
                  </a:txBody>
                  <a:tcPr marT="7625" marB="0" marR="7625" marL="7625" anchor="b"/>
                </a:tc>
              </a:tr>
              <a:tr h="190500">
                <a:tc>
                  <a:txBody>
                    <a:bodyPr/>
                    <a:lstStyle/>
                    <a:p>
                      <a:pPr indent="0" lvl="0" marL="0" marR="0" rtl="0" algn="ctr">
                        <a:spcBef>
                          <a:spcPts val="0"/>
                        </a:spcBef>
                        <a:spcAft>
                          <a:spcPts val="0"/>
                        </a:spcAft>
                        <a:buNone/>
                      </a:pPr>
                      <a:r>
                        <a:rPr lang="es-MX" sz="1100" u="none" cap="none" strike="noStrike"/>
                        <a:t>Método D</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100" u="none" cap="none" strike="noStrike"/>
                        <a:t>4</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100" u="none" cap="none" strike="noStrike"/>
                        <a:t>42</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100" u="none" cap="none" strike="noStrike"/>
                        <a:t>10.5</a:t>
                      </a:r>
                      <a:endParaRPr b="0" i="0" sz="11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100" u="none" cap="none" strike="noStrike"/>
                        <a:t>1.666666667</a:t>
                      </a:r>
                      <a:endParaRPr b="0" i="0" sz="1100" u="none" cap="none" strike="noStrike">
                        <a:solidFill>
                          <a:srgbClr val="000000"/>
                        </a:solidFill>
                        <a:latin typeface="Calibri"/>
                        <a:ea typeface="Calibri"/>
                        <a:cs typeface="Calibri"/>
                        <a:sym typeface="Calibri"/>
                      </a:endParaRPr>
                    </a:p>
                  </a:txBody>
                  <a:tcPr marT="7625" marB="0" marR="7625" marL="7625" anchor="b"/>
                </a:tc>
              </a:tr>
            </a:tbl>
          </a:graphicData>
        </a:graphic>
      </p:graphicFrame>
      <p:graphicFrame>
        <p:nvGraphicFramePr>
          <p:cNvPr id="408" name="Google Shape;408;p43"/>
          <p:cNvGraphicFramePr/>
          <p:nvPr/>
        </p:nvGraphicFramePr>
        <p:xfrm>
          <a:off x="935567" y="5143024"/>
          <a:ext cx="3000000" cy="3000000"/>
        </p:xfrm>
        <a:graphic>
          <a:graphicData uri="http://schemas.openxmlformats.org/drawingml/2006/table">
            <a:tbl>
              <a:tblPr>
                <a:noFill/>
                <a:tableStyleId>{4DC4F6C7-7B87-4E55-8A9C-0BDB522986A1}</a:tableStyleId>
              </a:tblPr>
              <a:tblGrid>
                <a:gridCol w="2135025"/>
                <a:gridCol w="1356025"/>
                <a:gridCol w="1283900"/>
                <a:gridCol w="1817650"/>
                <a:gridCol w="937675"/>
                <a:gridCol w="937675"/>
                <a:gridCol w="1298325"/>
              </a:tblGrid>
              <a:tr h="190500">
                <a:tc>
                  <a:txBody>
                    <a:bodyPr/>
                    <a:lstStyle/>
                    <a:p>
                      <a:pPr indent="0" lvl="0" marL="0" marR="0" rtl="0" algn="l">
                        <a:spcBef>
                          <a:spcPts val="0"/>
                        </a:spcBef>
                        <a:spcAft>
                          <a:spcPts val="0"/>
                        </a:spcAft>
                        <a:buNone/>
                      </a:pPr>
                      <a:r>
                        <a:rPr lang="es-MX" sz="1200" u="none" cap="none" strike="noStrike"/>
                        <a:t>ANÁLISIS DE VARIANZA</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txBody>
                  <a:tcPr marT="7625" marB="0" marR="7625" marL="7625" anchor="b"/>
                </a:tc>
              </a:tr>
              <a:tr h="182875">
                <a:tc>
                  <a:txBody>
                    <a:bodyPr/>
                    <a:lstStyle/>
                    <a:p>
                      <a:pPr indent="0" lvl="0" marL="0" marR="0" rtl="0" algn="ctr">
                        <a:spcBef>
                          <a:spcPts val="0"/>
                        </a:spcBef>
                        <a:spcAft>
                          <a:spcPts val="0"/>
                        </a:spcAft>
                        <a:buNone/>
                      </a:pPr>
                      <a:r>
                        <a:rPr lang="es-MX" sz="1200" u="none" cap="none" strike="noStrike"/>
                        <a:t>Origen de las variaciones</a:t>
                      </a:r>
                      <a:endParaRPr b="0" i="1"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200" u="none" cap="none" strike="noStrike"/>
                        <a:t>Suma de cuadrados</a:t>
                      </a:r>
                      <a:endParaRPr b="0" i="1"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200" u="none" cap="none" strike="noStrike"/>
                        <a:t>Grados de libertad</a:t>
                      </a:r>
                      <a:endParaRPr b="0" i="1"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200" u="none" cap="none" strike="noStrike"/>
                        <a:t>Promedio de los cuadrados</a:t>
                      </a:r>
                      <a:endParaRPr b="0" i="1"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200" u="none" cap="none" strike="noStrike">
                          <a:solidFill>
                            <a:srgbClr val="FF0000"/>
                          </a:solidFill>
                        </a:rPr>
                        <a:t>F</a:t>
                      </a:r>
                      <a:endParaRPr b="0" i="1" sz="1200" u="none" cap="none" strike="noStrike">
                        <a:solidFill>
                          <a:srgbClr val="FF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200" u="none" cap="none" strike="noStrike">
                          <a:solidFill>
                            <a:srgbClr val="FF0000"/>
                          </a:solidFill>
                        </a:rPr>
                        <a:t>Probabilidad</a:t>
                      </a:r>
                      <a:endParaRPr b="0" i="1" sz="1200" u="none" cap="none" strike="noStrike">
                        <a:solidFill>
                          <a:srgbClr val="FF0000"/>
                        </a:solidFill>
                        <a:latin typeface="Calibri"/>
                        <a:ea typeface="Calibri"/>
                        <a:cs typeface="Calibri"/>
                        <a:sym typeface="Calibri"/>
                      </a:endParaRPr>
                    </a:p>
                  </a:txBody>
                  <a:tcPr marT="7625" marB="0" marR="7625" marL="7625" anchor="b"/>
                </a:tc>
                <a:tc>
                  <a:txBody>
                    <a:bodyPr/>
                    <a:lstStyle/>
                    <a:p>
                      <a:pPr indent="0" lvl="0" marL="0" marR="0" rtl="0" algn="ctr">
                        <a:spcBef>
                          <a:spcPts val="0"/>
                        </a:spcBef>
                        <a:spcAft>
                          <a:spcPts val="0"/>
                        </a:spcAft>
                        <a:buNone/>
                      </a:pPr>
                      <a:r>
                        <a:rPr lang="es-MX" sz="1200" u="none" cap="none" strike="noStrike">
                          <a:solidFill>
                            <a:srgbClr val="FF0000"/>
                          </a:solidFill>
                        </a:rPr>
                        <a:t>Valor crítico para F</a:t>
                      </a:r>
                      <a:endParaRPr b="0" i="1" sz="1200" u="none" cap="none" strike="noStrike">
                        <a:solidFill>
                          <a:srgbClr val="FF0000"/>
                        </a:solidFill>
                        <a:latin typeface="Calibri"/>
                        <a:ea typeface="Calibri"/>
                        <a:cs typeface="Calibri"/>
                        <a:sym typeface="Calibri"/>
                      </a:endParaRPr>
                    </a:p>
                  </a:txBody>
                  <a:tcPr marT="7625" marB="0" marR="7625" marL="7625" anchor="b"/>
                </a:tc>
              </a:tr>
              <a:tr h="182875">
                <a:tc>
                  <a:txBody>
                    <a:bodyPr/>
                    <a:lstStyle/>
                    <a:p>
                      <a:pPr indent="0" lvl="0" marL="0" marR="0" rtl="0" algn="l">
                        <a:spcBef>
                          <a:spcPts val="0"/>
                        </a:spcBef>
                        <a:spcAft>
                          <a:spcPts val="0"/>
                        </a:spcAft>
                        <a:buNone/>
                      </a:pPr>
                      <a:r>
                        <a:rPr lang="es-MX" sz="1200" u="none" cap="none" strike="noStrike"/>
                        <a:t>Entre grupos</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r">
                        <a:spcBef>
                          <a:spcPts val="0"/>
                        </a:spcBef>
                        <a:spcAft>
                          <a:spcPts val="0"/>
                        </a:spcAft>
                        <a:buNone/>
                      </a:pPr>
                      <a:r>
                        <a:rPr lang="es-MX" sz="1200" u="none" cap="none" strike="noStrike"/>
                        <a:t>69.5</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r">
                        <a:spcBef>
                          <a:spcPts val="0"/>
                        </a:spcBef>
                        <a:spcAft>
                          <a:spcPts val="0"/>
                        </a:spcAft>
                        <a:buNone/>
                      </a:pPr>
                      <a:r>
                        <a:rPr lang="es-MX" sz="1200" u="none" cap="none" strike="noStrike"/>
                        <a:t>3</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r">
                        <a:spcBef>
                          <a:spcPts val="0"/>
                        </a:spcBef>
                        <a:spcAft>
                          <a:spcPts val="0"/>
                        </a:spcAft>
                        <a:buNone/>
                      </a:pPr>
                      <a:r>
                        <a:rPr lang="es-MX" sz="1200" u="none" cap="none" strike="noStrike"/>
                        <a:t>23.16666667</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r">
                        <a:spcBef>
                          <a:spcPts val="0"/>
                        </a:spcBef>
                        <a:spcAft>
                          <a:spcPts val="0"/>
                        </a:spcAft>
                        <a:buNone/>
                      </a:pPr>
                      <a:r>
                        <a:rPr lang="es-MX" sz="1200" u="none" cap="none" strike="noStrike">
                          <a:solidFill>
                            <a:srgbClr val="FF0000"/>
                          </a:solidFill>
                        </a:rPr>
                        <a:t>9.423728814</a:t>
                      </a:r>
                      <a:endParaRPr b="0" i="0" sz="1200" u="none" cap="none" strike="noStrike">
                        <a:solidFill>
                          <a:srgbClr val="FF0000"/>
                        </a:solidFill>
                        <a:latin typeface="Calibri"/>
                        <a:ea typeface="Calibri"/>
                        <a:cs typeface="Calibri"/>
                        <a:sym typeface="Calibri"/>
                      </a:endParaRPr>
                    </a:p>
                  </a:txBody>
                  <a:tcPr marT="7625" marB="0" marR="7625" marL="7625" anchor="b"/>
                </a:tc>
                <a:tc>
                  <a:txBody>
                    <a:bodyPr/>
                    <a:lstStyle/>
                    <a:p>
                      <a:pPr indent="0" lvl="0" marL="0" marR="0" rtl="0" algn="r">
                        <a:spcBef>
                          <a:spcPts val="0"/>
                        </a:spcBef>
                        <a:spcAft>
                          <a:spcPts val="0"/>
                        </a:spcAft>
                        <a:buNone/>
                      </a:pPr>
                      <a:r>
                        <a:rPr lang="es-MX" sz="1200" u="none" cap="none" strike="noStrike">
                          <a:solidFill>
                            <a:srgbClr val="FF0000"/>
                          </a:solidFill>
                        </a:rPr>
                        <a:t>0.001770946</a:t>
                      </a:r>
                      <a:endParaRPr b="0" i="0" sz="1200" u="none" cap="none" strike="noStrike">
                        <a:solidFill>
                          <a:srgbClr val="FF0000"/>
                        </a:solidFill>
                        <a:latin typeface="Calibri"/>
                        <a:ea typeface="Calibri"/>
                        <a:cs typeface="Calibri"/>
                        <a:sym typeface="Calibri"/>
                      </a:endParaRPr>
                    </a:p>
                  </a:txBody>
                  <a:tcPr marT="7625" marB="0" marR="7625" marL="7625" anchor="b"/>
                </a:tc>
                <a:tc>
                  <a:txBody>
                    <a:bodyPr/>
                    <a:lstStyle/>
                    <a:p>
                      <a:pPr indent="0" lvl="0" marL="0" marR="0" rtl="0" algn="r">
                        <a:spcBef>
                          <a:spcPts val="0"/>
                        </a:spcBef>
                        <a:spcAft>
                          <a:spcPts val="0"/>
                        </a:spcAft>
                        <a:buNone/>
                      </a:pPr>
                      <a:r>
                        <a:rPr lang="es-MX" sz="1200" u="none" cap="none" strike="noStrike">
                          <a:solidFill>
                            <a:srgbClr val="FF0000"/>
                          </a:solidFill>
                        </a:rPr>
                        <a:t>3.490294819</a:t>
                      </a:r>
                      <a:endParaRPr b="0" i="0" sz="1200" u="none" cap="none" strike="noStrike">
                        <a:solidFill>
                          <a:srgbClr val="FF0000"/>
                        </a:solidFill>
                        <a:latin typeface="Calibri"/>
                        <a:ea typeface="Calibri"/>
                        <a:cs typeface="Calibri"/>
                        <a:sym typeface="Calibri"/>
                      </a:endParaRPr>
                    </a:p>
                  </a:txBody>
                  <a:tcPr marT="7625" marB="0" marR="7625" marL="7625" anchor="b"/>
                </a:tc>
              </a:tr>
              <a:tr h="182875">
                <a:tc>
                  <a:txBody>
                    <a:bodyPr/>
                    <a:lstStyle/>
                    <a:p>
                      <a:pPr indent="0" lvl="0" marL="0" marR="0" rtl="0" algn="l">
                        <a:spcBef>
                          <a:spcPts val="0"/>
                        </a:spcBef>
                        <a:spcAft>
                          <a:spcPts val="0"/>
                        </a:spcAft>
                        <a:buNone/>
                      </a:pPr>
                      <a:r>
                        <a:rPr lang="es-MX" sz="1200" u="none" cap="none" strike="noStrike"/>
                        <a:t>Dentro de los grupos</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r">
                        <a:spcBef>
                          <a:spcPts val="0"/>
                        </a:spcBef>
                        <a:spcAft>
                          <a:spcPts val="0"/>
                        </a:spcAft>
                        <a:buNone/>
                      </a:pPr>
                      <a:r>
                        <a:rPr lang="es-MX" sz="1200" u="none" cap="none" strike="noStrike"/>
                        <a:t>29.5</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r">
                        <a:spcBef>
                          <a:spcPts val="0"/>
                        </a:spcBef>
                        <a:spcAft>
                          <a:spcPts val="0"/>
                        </a:spcAft>
                        <a:buNone/>
                      </a:pPr>
                      <a:r>
                        <a:rPr lang="es-MX" sz="1200" u="none" cap="none" strike="noStrike"/>
                        <a:t>12</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r">
                        <a:spcBef>
                          <a:spcPts val="0"/>
                        </a:spcBef>
                        <a:spcAft>
                          <a:spcPts val="0"/>
                        </a:spcAft>
                        <a:buNone/>
                      </a:pPr>
                      <a:r>
                        <a:rPr lang="es-MX" sz="1200" u="none" cap="none" strike="noStrike"/>
                        <a:t>2.458333333</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txBody>
                  <a:tcPr marT="7625" marB="0" marR="7625" marL="7625" anchor="b"/>
                </a:tc>
              </a:tr>
              <a:tr h="182875">
                <a:tc>
                  <a:txBody>
                    <a:bodyPr/>
                    <a:lstStyle/>
                    <a:p>
                      <a:pPr indent="0" lvl="0" marL="0" marR="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txBody>
                  <a:tcPr marT="7625" marB="0" marR="7625" marL="7625" anchor="b"/>
                </a:tc>
              </a:tr>
              <a:tr h="190500">
                <a:tc>
                  <a:txBody>
                    <a:bodyPr/>
                    <a:lstStyle/>
                    <a:p>
                      <a:pPr indent="0" lvl="0" marL="0" marR="0" rtl="0" algn="l">
                        <a:spcBef>
                          <a:spcPts val="0"/>
                        </a:spcBef>
                        <a:spcAft>
                          <a:spcPts val="0"/>
                        </a:spcAft>
                        <a:buNone/>
                      </a:pPr>
                      <a:r>
                        <a:rPr lang="es-MX" sz="1200" u="none" cap="none" strike="noStrike"/>
                        <a:t>Total</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r">
                        <a:spcBef>
                          <a:spcPts val="0"/>
                        </a:spcBef>
                        <a:spcAft>
                          <a:spcPts val="0"/>
                        </a:spcAft>
                        <a:buNone/>
                      </a:pPr>
                      <a:r>
                        <a:rPr lang="es-MX" sz="1200" u="none" cap="none" strike="noStrike"/>
                        <a:t>99</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r">
                        <a:spcBef>
                          <a:spcPts val="0"/>
                        </a:spcBef>
                        <a:spcAft>
                          <a:spcPts val="0"/>
                        </a:spcAft>
                        <a:buNone/>
                      </a:pPr>
                      <a:r>
                        <a:rPr lang="es-MX" sz="1200" u="none" cap="none" strike="noStrike"/>
                        <a:t>15</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rPr lang="es-MX" sz="1200" u="none" cap="none" strike="noStrike"/>
                        <a:t> </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rPr lang="es-MX" sz="1200" u="none" cap="none" strike="noStrike"/>
                        <a:t> </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rPr lang="es-MX" sz="1200" u="none" cap="none" strike="noStrike"/>
                        <a:t> </a:t>
                      </a:r>
                      <a:endParaRPr b="0" i="0" sz="1200" u="none" cap="none" strike="noStrike">
                        <a:solidFill>
                          <a:srgbClr val="000000"/>
                        </a:solidFill>
                        <a:latin typeface="Calibri"/>
                        <a:ea typeface="Calibri"/>
                        <a:cs typeface="Calibri"/>
                        <a:sym typeface="Calibri"/>
                      </a:endParaRPr>
                    </a:p>
                  </a:txBody>
                  <a:tcPr marT="7625" marB="0" marR="7625" marL="7625" anchor="b"/>
                </a:tc>
                <a:tc>
                  <a:txBody>
                    <a:bodyPr/>
                    <a:lstStyle/>
                    <a:p>
                      <a:pPr indent="0" lvl="0" marL="0" marR="0" rtl="0" algn="l">
                        <a:spcBef>
                          <a:spcPts val="0"/>
                        </a:spcBef>
                        <a:spcAft>
                          <a:spcPts val="0"/>
                        </a:spcAft>
                        <a:buNone/>
                      </a:pPr>
                      <a:r>
                        <a:rPr lang="es-MX" sz="1200" u="none" cap="none" strike="noStrike"/>
                        <a:t> </a:t>
                      </a:r>
                      <a:endParaRPr b="0" i="0" sz="1200" u="none" cap="none" strike="noStrike">
                        <a:solidFill>
                          <a:srgbClr val="000000"/>
                        </a:solidFill>
                        <a:latin typeface="Calibri"/>
                        <a:ea typeface="Calibri"/>
                        <a:cs typeface="Calibri"/>
                        <a:sym typeface="Calibri"/>
                      </a:endParaRPr>
                    </a:p>
                  </a:txBody>
                  <a:tcPr marT="7625" marB="0" marR="7625" marL="7625" anchor="b"/>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4"/>
          <p:cNvSpPr txBox="1"/>
          <p:nvPr/>
        </p:nvSpPr>
        <p:spPr>
          <a:xfrm>
            <a:off x="691892" y="484247"/>
            <a:ext cx="1043182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accent1"/>
              </a:buClr>
              <a:buSzPts val="3200"/>
              <a:buFont typeface="Rockwell"/>
              <a:buNone/>
            </a:pPr>
            <a:r>
              <a:rPr b="1" lang="es-MX" sz="3200">
                <a:solidFill>
                  <a:schemeClr val="accent1"/>
                </a:solidFill>
                <a:latin typeface="Rockwell"/>
                <a:ea typeface="Rockwell"/>
                <a:cs typeface="Rockwell"/>
                <a:sym typeface="Rockwell"/>
              </a:rPr>
              <a:t>Comparación de más de dos tratamientos</a:t>
            </a:r>
            <a:endParaRPr/>
          </a:p>
        </p:txBody>
      </p:sp>
      <p:sp>
        <p:nvSpPr>
          <p:cNvPr id="414" name="Google Shape;414;p44"/>
          <p:cNvSpPr txBox="1"/>
          <p:nvPr>
            <p:ph idx="1" type="body"/>
          </p:nvPr>
        </p:nvSpPr>
        <p:spPr>
          <a:xfrm>
            <a:off x="1143000" y="2057400"/>
            <a:ext cx="9872871" cy="4038600"/>
          </a:xfrm>
          <a:prstGeom prst="rect">
            <a:avLst/>
          </a:prstGeom>
          <a:blipFill rotWithShape="1">
            <a:blip r:embed="rId3">
              <a:alphaModFix/>
            </a:blip>
            <a:stretch>
              <a:fillRect b="0" l="-522" r="0" t="-1261"/>
            </a:stretch>
          </a:blipFill>
          <a:ln>
            <a:noFill/>
          </a:ln>
        </p:spPr>
        <p:txBody>
          <a:bodyPr anchorCtr="0" anchor="t" bIns="45700" lIns="91425" spcFirstLastPara="1" rIns="91425" wrap="square" tIns="45700">
            <a:normAutofit/>
          </a:bodyPr>
          <a:lstStyle/>
          <a:p>
            <a:pPr indent="-182880" lvl="0" marL="228600" rtl="0" algn="l">
              <a:lnSpc>
                <a:spcPct val="90000"/>
              </a:lnSpc>
              <a:spcBef>
                <a:spcPts val="0"/>
              </a:spcBef>
              <a:spcAft>
                <a:spcPts val="0"/>
              </a:spcAft>
              <a:buSzPts val="1760"/>
              <a:buChar char="•"/>
            </a:pPr>
            <a:r>
              <a:rPr lang="es-MX"/>
              <a:t> </a:t>
            </a:r>
            <a:endParaRPr/>
          </a:p>
        </p:txBody>
      </p:sp>
      <p:pic>
        <p:nvPicPr>
          <p:cNvPr id="415" name="Google Shape;415;p44"/>
          <p:cNvPicPr preferRelativeResize="0"/>
          <p:nvPr/>
        </p:nvPicPr>
        <p:blipFill rotWithShape="1">
          <a:blip r:embed="rId4">
            <a:alphaModFix/>
          </a:blip>
          <a:srcRect b="0" l="0" r="0" t="0"/>
          <a:stretch/>
        </p:blipFill>
        <p:spPr>
          <a:xfrm>
            <a:off x="2624137" y="2429669"/>
            <a:ext cx="6943725" cy="1571625"/>
          </a:xfrm>
          <a:prstGeom prst="rect">
            <a:avLst/>
          </a:prstGeom>
          <a:noFill/>
          <a:ln>
            <a:noFill/>
          </a:ln>
        </p:spPr>
      </p:pic>
      <p:sp>
        <p:nvSpPr>
          <p:cNvPr id="416" name="Google Shape;416;p44"/>
          <p:cNvSpPr txBox="1"/>
          <p:nvPr/>
        </p:nvSpPr>
        <p:spPr>
          <a:xfrm>
            <a:off x="964557" y="3935392"/>
            <a:ext cx="9991310"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MX" sz="1800" u="none" strike="noStrike">
                <a:solidFill>
                  <a:schemeClr val="dk1"/>
                </a:solidFill>
                <a:latin typeface="Corbel"/>
                <a:ea typeface="Corbel"/>
                <a:cs typeface="Corbel"/>
                <a:sym typeface="Corbel"/>
              </a:rPr>
              <a:t>Rechaza </a:t>
            </a:r>
            <a:r>
              <a:rPr b="0" i="1" lang="es-MX" sz="1800" u="none" strike="noStrike">
                <a:solidFill>
                  <a:schemeClr val="dk1"/>
                </a:solidFill>
                <a:latin typeface="Corbel"/>
                <a:ea typeface="Corbel"/>
                <a:cs typeface="Corbel"/>
                <a:sym typeface="Corbel"/>
              </a:rPr>
              <a:t>H</a:t>
            </a:r>
            <a:r>
              <a:rPr b="0" i="0" lang="es-MX" sz="800" u="none" strike="noStrike">
                <a:solidFill>
                  <a:schemeClr val="dk1"/>
                </a:solidFill>
                <a:latin typeface="Corbel"/>
                <a:ea typeface="Corbel"/>
                <a:cs typeface="Corbel"/>
                <a:sym typeface="Corbel"/>
              </a:rPr>
              <a:t>0</a:t>
            </a:r>
            <a:r>
              <a:rPr b="0" i="0" lang="es-MX" sz="1800" u="none" strike="noStrike">
                <a:solidFill>
                  <a:schemeClr val="dk1"/>
                </a:solidFill>
                <a:latin typeface="Corbel"/>
                <a:ea typeface="Corbel"/>
                <a:cs typeface="Corbel"/>
                <a:sym typeface="Corbel"/>
              </a:rPr>
              <a:t>, con lo cual se concluye que sí hay diferencia o efecto de los métodos de ensamble en cuanto a su tiempo promedio.</a:t>
            </a:r>
            <a:endParaRPr/>
          </a:p>
          <a:p>
            <a:pPr indent="0" lvl="0" marL="0" marR="0" rtl="0" algn="just">
              <a:spcBef>
                <a:spcPts val="0"/>
              </a:spcBef>
              <a:spcAft>
                <a:spcPts val="0"/>
              </a:spcAft>
              <a:buNone/>
            </a:pPr>
            <a:r>
              <a:t/>
            </a:r>
            <a:endParaRPr sz="1800">
              <a:solidFill>
                <a:schemeClr val="dk1"/>
              </a:solidFill>
              <a:latin typeface="Corbel"/>
              <a:ea typeface="Corbel"/>
              <a:cs typeface="Corbel"/>
              <a:sym typeface="Corbel"/>
            </a:endParaRPr>
          </a:p>
          <a:p>
            <a:pPr indent="0" lvl="0" marL="0" marR="0" rtl="0" algn="just">
              <a:spcBef>
                <a:spcPts val="0"/>
              </a:spcBef>
              <a:spcAft>
                <a:spcPts val="0"/>
              </a:spcAft>
              <a:buNone/>
            </a:pPr>
            <a:r>
              <a:rPr b="1" lang="es-MX" sz="1800">
                <a:solidFill>
                  <a:srgbClr val="FF0000"/>
                </a:solidFill>
                <a:latin typeface="Rockwell"/>
                <a:ea typeface="Rockwell"/>
                <a:cs typeface="Rockwell"/>
                <a:sym typeface="Rockwell"/>
              </a:rPr>
              <a:t>¿Podremos determinar qué tratamientos son significativamente distintos?</a:t>
            </a:r>
            <a:endParaRPr b="1" sz="1800">
              <a:solidFill>
                <a:srgbClr val="FF0000"/>
              </a:solidFill>
              <a:latin typeface="Rockwell"/>
              <a:ea typeface="Rockwell"/>
              <a:cs typeface="Rockwell"/>
              <a:sym typeface="Rockwe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5"/>
          <p:cNvSpPr txBox="1"/>
          <p:nvPr>
            <p:ph type="title"/>
          </p:nvPr>
        </p:nvSpPr>
        <p:spPr>
          <a:xfrm>
            <a:off x="628891" y="405114"/>
            <a:ext cx="10389629" cy="156084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orbel"/>
              <a:buNone/>
            </a:pPr>
            <a:r>
              <a:rPr lang="es-MX"/>
              <a:t>En R</a:t>
            </a:r>
            <a:endParaRPr/>
          </a:p>
        </p:txBody>
      </p:sp>
      <p:sp>
        <p:nvSpPr>
          <p:cNvPr id="422" name="Google Shape;422;p45"/>
          <p:cNvSpPr txBox="1"/>
          <p:nvPr>
            <p:ph idx="1" type="body"/>
          </p:nvPr>
        </p:nvSpPr>
        <p:spPr>
          <a:xfrm>
            <a:off x="713772" y="1678329"/>
            <a:ext cx="10733590" cy="4919241"/>
          </a:xfrm>
          <a:prstGeom prst="rect">
            <a:avLst/>
          </a:prstGeom>
          <a:noFill/>
          <a:ln>
            <a:noFill/>
          </a:ln>
        </p:spPr>
        <p:txBody>
          <a:bodyPr anchorCtr="0" anchor="t" bIns="45700" lIns="91425" spcFirstLastPara="1" rIns="91425" wrap="square" tIns="45700">
            <a:normAutofit fontScale="47500" lnSpcReduction="20000"/>
          </a:bodyPr>
          <a:lstStyle/>
          <a:p>
            <a:pPr indent="0" lvl="0" marL="45720" rtl="0" algn="l">
              <a:lnSpc>
                <a:spcPct val="90000"/>
              </a:lnSpc>
              <a:spcBef>
                <a:spcPts val="0"/>
              </a:spcBef>
              <a:spcAft>
                <a:spcPts val="0"/>
              </a:spcAft>
              <a:buSzPct val="80000"/>
              <a:buNone/>
            </a:pPr>
            <a:r>
              <a:rPr lang="es-MX">
                <a:solidFill>
                  <a:schemeClr val="dk1"/>
                </a:solidFill>
              </a:rPr>
              <a:t># Datos</a:t>
            </a:r>
            <a:endParaRPr/>
          </a:p>
          <a:p>
            <a:pPr indent="0" lvl="0" marL="45720" rtl="0" algn="l">
              <a:lnSpc>
                <a:spcPct val="90000"/>
              </a:lnSpc>
              <a:spcBef>
                <a:spcPts val="1400"/>
              </a:spcBef>
              <a:spcAft>
                <a:spcPts val="0"/>
              </a:spcAft>
              <a:buSzPct val="80000"/>
              <a:buNone/>
            </a:pPr>
            <a:r>
              <a:rPr lang="es-MX">
                <a:solidFill>
                  <a:schemeClr val="dk1"/>
                </a:solidFill>
              </a:rPr>
              <a:t>A &lt;- c(6,8,7,8)</a:t>
            </a:r>
            <a:endParaRPr/>
          </a:p>
          <a:p>
            <a:pPr indent="0" lvl="0" marL="45720" rtl="0" algn="l">
              <a:lnSpc>
                <a:spcPct val="90000"/>
              </a:lnSpc>
              <a:spcBef>
                <a:spcPts val="1400"/>
              </a:spcBef>
              <a:spcAft>
                <a:spcPts val="0"/>
              </a:spcAft>
              <a:buSzPct val="80000"/>
              <a:buNone/>
            </a:pPr>
            <a:r>
              <a:rPr lang="es-MX">
                <a:solidFill>
                  <a:schemeClr val="dk1"/>
                </a:solidFill>
              </a:rPr>
              <a:t>B &lt;- c(7,9,10,8)</a:t>
            </a:r>
            <a:endParaRPr/>
          </a:p>
          <a:p>
            <a:pPr indent="0" lvl="0" marL="45720" rtl="0" algn="l">
              <a:lnSpc>
                <a:spcPct val="90000"/>
              </a:lnSpc>
              <a:spcBef>
                <a:spcPts val="1400"/>
              </a:spcBef>
              <a:spcAft>
                <a:spcPts val="0"/>
              </a:spcAft>
              <a:buSzPct val="80000"/>
              <a:buNone/>
            </a:pPr>
            <a:r>
              <a:rPr lang="es-MX">
                <a:solidFill>
                  <a:schemeClr val="dk1"/>
                </a:solidFill>
              </a:rPr>
              <a:t>C &lt;- c(11,16,11,13)</a:t>
            </a:r>
            <a:endParaRPr/>
          </a:p>
          <a:p>
            <a:pPr indent="0" lvl="0" marL="45720" rtl="0" algn="l">
              <a:lnSpc>
                <a:spcPct val="90000"/>
              </a:lnSpc>
              <a:spcBef>
                <a:spcPts val="1400"/>
              </a:spcBef>
              <a:spcAft>
                <a:spcPts val="0"/>
              </a:spcAft>
              <a:buSzPct val="80000"/>
              <a:buNone/>
            </a:pPr>
            <a:r>
              <a:rPr lang="es-MX">
                <a:solidFill>
                  <a:schemeClr val="dk1"/>
                </a:solidFill>
              </a:rPr>
              <a:t>D &lt;- c(10,12,11,9)</a:t>
            </a:r>
            <a:endParaRPr/>
          </a:p>
          <a:p>
            <a:pPr indent="0" lvl="0" marL="45720" rtl="0" algn="l">
              <a:lnSpc>
                <a:spcPct val="90000"/>
              </a:lnSpc>
              <a:spcBef>
                <a:spcPts val="1400"/>
              </a:spcBef>
              <a:spcAft>
                <a:spcPts val="0"/>
              </a:spcAft>
              <a:buSzPct val="80000"/>
              <a:buNone/>
            </a:pPr>
            <a:r>
              <a:rPr lang="es-MX">
                <a:solidFill>
                  <a:schemeClr val="dk1"/>
                </a:solidFill>
              </a:rPr>
              <a:t># Unir todos los datos</a:t>
            </a:r>
            <a:endParaRPr/>
          </a:p>
          <a:p>
            <a:pPr indent="0" lvl="0" marL="45720" rtl="0" algn="l">
              <a:lnSpc>
                <a:spcPct val="90000"/>
              </a:lnSpc>
              <a:spcBef>
                <a:spcPts val="1400"/>
              </a:spcBef>
              <a:spcAft>
                <a:spcPts val="0"/>
              </a:spcAft>
              <a:buSzPct val="80000"/>
              <a:buNone/>
            </a:pPr>
            <a:r>
              <a:rPr lang="es-MX">
                <a:solidFill>
                  <a:schemeClr val="dk1"/>
                </a:solidFill>
              </a:rPr>
              <a:t>tiempo &lt;- c(A,B,C,D)</a:t>
            </a:r>
            <a:endParaRPr/>
          </a:p>
          <a:p>
            <a:pPr indent="0" lvl="0" marL="45720" rtl="0" algn="l">
              <a:lnSpc>
                <a:spcPct val="90000"/>
              </a:lnSpc>
              <a:spcBef>
                <a:spcPts val="1400"/>
              </a:spcBef>
              <a:spcAft>
                <a:spcPts val="0"/>
              </a:spcAft>
              <a:buSzPct val="80000"/>
              <a:buNone/>
            </a:pPr>
            <a:r>
              <a:rPr lang="es-MX">
                <a:solidFill>
                  <a:schemeClr val="dk1"/>
                </a:solidFill>
              </a:rPr>
              <a:t># Factor (grupo)</a:t>
            </a:r>
            <a:endParaRPr/>
          </a:p>
          <a:p>
            <a:pPr indent="0" lvl="0" marL="45720" rtl="0" algn="l">
              <a:lnSpc>
                <a:spcPct val="90000"/>
              </a:lnSpc>
              <a:spcBef>
                <a:spcPts val="1400"/>
              </a:spcBef>
              <a:spcAft>
                <a:spcPts val="0"/>
              </a:spcAft>
              <a:buSzPct val="80000"/>
              <a:buNone/>
            </a:pPr>
            <a:r>
              <a:rPr lang="es-MX">
                <a:solidFill>
                  <a:schemeClr val="dk1"/>
                </a:solidFill>
              </a:rPr>
              <a:t>metodo &lt;- factor(c(rep("A",4),                   rep("B",4),                   rep("C",4),                   rep("D",4)))</a:t>
            </a:r>
            <a:endParaRPr/>
          </a:p>
          <a:p>
            <a:pPr indent="0" lvl="0" marL="45720" rtl="0" algn="l">
              <a:lnSpc>
                <a:spcPct val="90000"/>
              </a:lnSpc>
              <a:spcBef>
                <a:spcPts val="1400"/>
              </a:spcBef>
              <a:spcAft>
                <a:spcPts val="0"/>
              </a:spcAft>
              <a:buSzPct val="80000"/>
              <a:buNone/>
            </a:pPr>
            <a:r>
              <a:rPr lang="es-MX">
                <a:solidFill>
                  <a:schemeClr val="dk1"/>
                </a:solidFill>
              </a:rPr>
              <a:t># Crear data frame</a:t>
            </a:r>
            <a:endParaRPr>
              <a:solidFill>
                <a:schemeClr val="dk1"/>
              </a:solidFill>
            </a:endParaRPr>
          </a:p>
          <a:p>
            <a:pPr indent="0" lvl="0" marL="45720" rtl="0" algn="l">
              <a:lnSpc>
                <a:spcPct val="90000"/>
              </a:lnSpc>
              <a:spcBef>
                <a:spcPts val="1400"/>
              </a:spcBef>
              <a:spcAft>
                <a:spcPts val="0"/>
              </a:spcAft>
              <a:buSzPct val="80000"/>
              <a:buNone/>
            </a:pPr>
            <a:r>
              <a:rPr lang="es-MX">
                <a:solidFill>
                  <a:schemeClr val="dk1"/>
                </a:solidFill>
              </a:rPr>
              <a:t>datos &lt;- data.frame(metodo, tiempo)</a:t>
            </a:r>
            <a:endParaRPr/>
          </a:p>
          <a:p>
            <a:pPr indent="0" lvl="0" marL="45720" rtl="0" algn="l">
              <a:lnSpc>
                <a:spcPct val="90000"/>
              </a:lnSpc>
              <a:spcBef>
                <a:spcPts val="1400"/>
              </a:spcBef>
              <a:spcAft>
                <a:spcPts val="0"/>
              </a:spcAft>
              <a:buSzPct val="80000"/>
              <a:buNone/>
            </a:pPr>
            <a:r>
              <a:rPr lang="es-MX">
                <a:solidFill>
                  <a:schemeClr val="dk1"/>
                </a:solidFill>
              </a:rPr>
              <a:t># Ver datos</a:t>
            </a:r>
            <a:endParaRPr/>
          </a:p>
          <a:p>
            <a:pPr indent="0" lvl="0" marL="45720" rtl="0" algn="l">
              <a:lnSpc>
                <a:spcPct val="90000"/>
              </a:lnSpc>
              <a:spcBef>
                <a:spcPts val="1400"/>
              </a:spcBef>
              <a:spcAft>
                <a:spcPts val="0"/>
              </a:spcAft>
              <a:buSzPct val="80000"/>
              <a:buNone/>
            </a:pPr>
            <a:r>
              <a:rPr lang="es-MX">
                <a:solidFill>
                  <a:schemeClr val="dk1"/>
                </a:solidFill>
              </a:rPr>
              <a:t>datos</a:t>
            </a:r>
            <a:endParaRPr/>
          </a:p>
          <a:p>
            <a:pPr indent="0" lvl="0" marL="45720" rtl="0" algn="l">
              <a:lnSpc>
                <a:spcPct val="90000"/>
              </a:lnSpc>
              <a:spcBef>
                <a:spcPts val="1400"/>
              </a:spcBef>
              <a:spcAft>
                <a:spcPts val="0"/>
              </a:spcAft>
              <a:buSzPct val="80000"/>
              <a:buNone/>
            </a:pPr>
            <a:r>
              <a:rPr lang="es-MX">
                <a:solidFill>
                  <a:schemeClr val="dk1"/>
                </a:solidFill>
              </a:rPr>
              <a:t># ANOVA</a:t>
            </a:r>
            <a:endParaRPr/>
          </a:p>
          <a:p>
            <a:pPr indent="0" lvl="0" marL="45720" rtl="0" algn="l">
              <a:lnSpc>
                <a:spcPct val="90000"/>
              </a:lnSpc>
              <a:spcBef>
                <a:spcPts val="1400"/>
              </a:spcBef>
              <a:spcAft>
                <a:spcPts val="0"/>
              </a:spcAft>
              <a:buSzPct val="80000"/>
              <a:buNone/>
            </a:pPr>
            <a:r>
              <a:rPr lang="es-MX">
                <a:solidFill>
                  <a:schemeClr val="dk1"/>
                </a:solidFill>
              </a:rPr>
              <a:t>modelo &lt;- aov(tiempo ~ metodo, data = datos)</a:t>
            </a:r>
            <a:endParaRPr/>
          </a:p>
          <a:p>
            <a:pPr indent="0" lvl="0" marL="45720" rtl="0" algn="l">
              <a:lnSpc>
                <a:spcPct val="90000"/>
              </a:lnSpc>
              <a:spcBef>
                <a:spcPts val="1400"/>
              </a:spcBef>
              <a:spcAft>
                <a:spcPts val="0"/>
              </a:spcAft>
              <a:buSzPct val="80000"/>
              <a:buNone/>
            </a:pPr>
            <a:r>
              <a:rPr lang="es-MX">
                <a:solidFill>
                  <a:schemeClr val="dk1"/>
                </a:solidFill>
              </a:rPr>
              <a:t># Tabla ANOVA</a:t>
            </a:r>
            <a:endParaRPr/>
          </a:p>
          <a:p>
            <a:pPr indent="0" lvl="0" marL="45720" rtl="0" algn="l">
              <a:lnSpc>
                <a:spcPct val="90000"/>
              </a:lnSpc>
              <a:spcBef>
                <a:spcPts val="1400"/>
              </a:spcBef>
              <a:spcAft>
                <a:spcPts val="0"/>
              </a:spcAft>
              <a:buSzPct val="80000"/>
              <a:buNone/>
            </a:pPr>
            <a:r>
              <a:rPr lang="es-MX">
                <a:solidFill>
                  <a:schemeClr val="dk1"/>
                </a:solidFill>
              </a:rPr>
              <a:t>summary(modelo)</a:t>
            </a:r>
            <a:endParaRPr/>
          </a:p>
        </p:txBody>
      </p:sp>
      <p:pic>
        <p:nvPicPr>
          <p:cNvPr id="423" name="Google Shape;423;p45"/>
          <p:cNvPicPr preferRelativeResize="0"/>
          <p:nvPr/>
        </p:nvPicPr>
        <p:blipFill rotWithShape="1">
          <a:blip r:embed="rId3">
            <a:alphaModFix/>
          </a:blip>
          <a:srcRect b="0" l="0" r="0" t="0"/>
          <a:stretch/>
        </p:blipFill>
        <p:spPr>
          <a:xfrm>
            <a:off x="4237911" y="1928048"/>
            <a:ext cx="6401505" cy="135058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6"/>
          <p:cNvSpPr txBox="1"/>
          <p:nvPr>
            <p:ph idx="1" type="body"/>
          </p:nvPr>
        </p:nvSpPr>
        <p:spPr>
          <a:xfrm>
            <a:off x="691891" y="1498572"/>
            <a:ext cx="10771975" cy="4875181"/>
          </a:xfrm>
          <a:prstGeom prst="rect">
            <a:avLst/>
          </a:prstGeom>
          <a:noFill/>
          <a:ln>
            <a:noFill/>
          </a:ln>
        </p:spPr>
        <p:txBody>
          <a:bodyPr anchorCtr="0" anchor="ctr" bIns="45700" lIns="91425" spcFirstLastPara="1" rIns="91425" wrap="square" tIns="45700">
            <a:spAutoFit/>
          </a:bodyPr>
          <a:lstStyle/>
          <a:p>
            <a:pPr indent="-182880" lvl="0" marL="228600" marR="0" rtl="0" algn="l">
              <a:lnSpc>
                <a:spcPct val="90000"/>
              </a:lnSpc>
              <a:spcBef>
                <a:spcPts val="0"/>
              </a:spcBef>
              <a:spcAft>
                <a:spcPts val="0"/>
              </a:spcAft>
              <a:buClr>
                <a:schemeClr val="accent1"/>
              </a:buClr>
              <a:buSzPts val="1600"/>
              <a:buFont typeface="Corbel"/>
              <a:buNone/>
            </a:pPr>
            <a:r>
              <a:rPr b="1" i="0" lang="es-MX" sz="2000" u="none" cap="none" strike="noStrike">
                <a:solidFill>
                  <a:schemeClr val="accent1"/>
                </a:solidFill>
                <a:latin typeface="Rockwell"/>
                <a:ea typeface="Rockwell"/>
                <a:cs typeface="Rockwell"/>
                <a:sym typeface="Rockwell"/>
              </a:rPr>
              <a:t>Métodos de comparación múltiple:</a:t>
            </a:r>
            <a:endParaRPr/>
          </a:p>
          <a:p>
            <a:pPr indent="-182880" lvl="0" marL="228600" marR="0" rtl="0" algn="l">
              <a:lnSpc>
                <a:spcPct val="90000"/>
              </a:lnSpc>
              <a:spcBef>
                <a:spcPts val="1000"/>
              </a:spcBef>
              <a:spcAft>
                <a:spcPts val="0"/>
              </a:spcAft>
              <a:buClr>
                <a:schemeClr val="accent1"/>
              </a:buClr>
              <a:buSzPts val="1600"/>
              <a:buFont typeface="Corbel"/>
              <a:buNone/>
            </a:pPr>
            <a:r>
              <a:t/>
            </a:r>
            <a:endParaRPr b="1" i="0" sz="2000" u="none" cap="none" strike="noStrike">
              <a:solidFill>
                <a:schemeClr val="accent1"/>
              </a:solidFill>
              <a:latin typeface="Rockwell"/>
              <a:ea typeface="Rockwell"/>
              <a:cs typeface="Rockwell"/>
              <a:sym typeface="Rockwell"/>
            </a:endParaRPr>
          </a:p>
          <a:p>
            <a:pPr indent="-182880" lvl="0" marL="228600" marR="0" rtl="0" algn="l">
              <a:lnSpc>
                <a:spcPct val="90000"/>
              </a:lnSpc>
              <a:spcBef>
                <a:spcPts val="1000"/>
              </a:spcBef>
              <a:spcAft>
                <a:spcPts val="0"/>
              </a:spcAft>
              <a:buClr>
                <a:schemeClr val="accent1"/>
              </a:buClr>
              <a:buSzPts val="1600"/>
              <a:buFont typeface="Corbel"/>
              <a:buNone/>
            </a:pPr>
            <a:r>
              <a:rPr b="1" i="0" lang="es-MX" sz="2000" u="none" cap="none" strike="noStrike">
                <a:solidFill>
                  <a:schemeClr val="accent1"/>
                </a:solidFill>
                <a:latin typeface="Rockwell"/>
                <a:ea typeface="Rockwell"/>
                <a:cs typeface="Rockwell"/>
                <a:sym typeface="Rockwell"/>
              </a:rPr>
              <a:t>-Método LSD de Fisher: </a:t>
            </a:r>
            <a:endParaRPr/>
          </a:p>
          <a:p>
            <a:pPr indent="-182880" lvl="0" marL="228600" marR="0" rtl="0" algn="l">
              <a:lnSpc>
                <a:spcPct val="90000"/>
              </a:lnSpc>
              <a:spcBef>
                <a:spcPts val="0"/>
              </a:spcBef>
              <a:spcAft>
                <a:spcPts val="0"/>
              </a:spcAft>
              <a:buClr>
                <a:schemeClr val="accent1"/>
              </a:buClr>
              <a:buSzPts val="1440"/>
              <a:buFont typeface="Corbel"/>
              <a:buNone/>
            </a:pPr>
            <a:r>
              <a:t/>
            </a:r>
            <a:endParaRPr b="0" i="0" sz="1800" u="none" cap="none" strike="noStrike">
              <a:solidFill>
                <a:srgbClr val="000000"/>
              </a:solidFill>
              <a:latin typeface="Arial"/>
              <a:ea typeface="Arial"/>
              <a:cs typeface="Arial"/>
              <a:sym typeface="Arial"/>
            </a:endParaRPr>
          </a:p>
          <a:p>
            <a:pPr indent="-182880" lvl="0" marL="228600" marR="0" rtl="0" algn="just">
              <a:lnSpc>
                <a:spcPct val="90000"/>
              </a:lnSpc>
              <a:spcBef>
                <a:spcPts val="0"/>
              </a:spcBef>
              <a:spcAft>
                <a:spcPts val="0"/>
              </a:spcAft>
              <a:buClr>
                <a:schemeClr val="accent1"/>
              </a:buClr>
              <a:buSzPts val="1600"/>
              <a:buFont typeface="Corbel"/>
              <a:buNone/>
            </a:pPr>
            <a:r>
              <a:rPr b="0" i="0" lang="es-MX" sz="2000" u="none" cap="none" strike="noStrike">
                <a:solidFill>
                  <a:srgbClr val="000000"/>
                </a:solidFill>
                <a:latin typeface="Rockwell"/>
                <a:ea typeface="Rockwell"/>
                <a:cs typeface="Rockwell"/>
                <a:sym typeface="Rockwell"/>
              </a:rPr>
              <a:t>–Fácil de calcular</a:t>
            </a:r>
            <a:endParaRPr/>
          </a:p>
          <a:p>
            <a:pPr indent="-182880" lvl="0" marL="228600" marR="0" rtl="0" algn="just">
              <a:lnSpc>
                <a:spcPct val="90000"/>
              </a:lnSpc>
              <a:spcBef>
                <a:spcPts val="0"/>
              </a:spcBef>
              <a:spcAft>
                <a:spcPts val="0"/>
              </a:spcAft>
              <a:buClr>
                <a:schemeClr val="accent1"/>
              </a:buClr>
              <a:buSzPts val="1600"/>
              <a:buFont typeface="Corbel"/>
              <a:buNone/>
            </a:pPr>
            <a:r>
              <a:rPr b="0" i="0" lang="es-MX" sz="2000" u="none" cap="none" strike="noStrike">
                <a:solidFill>
                  <a:srgbClr val="000000"/>
                </a:solidFill>
                <a:latin typeface="Rockwell"/>
                <a:ea typeface="Rockwell"/>
                <a:cs typeface="Rockwell"/>
                <a:sym typeface="Rockwell"/>
              </a:rPr>
              <a:t>–Trabaja con la t de Student</a:t>
            </a:r>
            <a:endParaRPr b="0" i="0" sz="2000" u="none" cap="none" strike="noStrike">
              <a:solidFill>
                <a:srgbClr val="000000"/>
              </a:solidFill>
              <a:latin typeface="Rockwell"/>
              <a:ea typeface="Rockwell"/>
              <a:cs typeface="Rockwell"/>
              <a:sym typeface="Rockwell"/>
            </a:endParaRPr>
          </a:p>
          <a:p>
            <a:pPr indent="-182880" lvl="0" marL="228600" marR="0" rtl="0" algn="just">
              <a:lnSpc>
                <a:spcPct val="90000"/>
              </a:lnSpc>
              <a:spcBef>
                <a:spcPts val="0"/>
              </a:spcBef>
              <a:spcAft>
                <a:spcPts val="0"/>
              </a:spcAft>
              <a:buClr>
                <a:schemeClr val="accent1"/>
              </a:buClr>
              <a:buSzPts val="1600"/>
              <a:buFont typeface="Corbel"/>
              <a:buNone/>
            </a:pPr>
            <a:r>
              <a:rPr b="0" i="0" lang="es-MX" sz="2000" u="none" cap="none" strike="noStrike">
                <a:solidFill>
                  <a:srgbClr val="000000"/>
                </a:solidFill>
                <a:latin typeface="Rockwell"/>
                <a:ea typeface="Rockwell"/>
                <a:cs typeface="Rockwell"/>
                <a:sym typeface="Rockwell"/>
              </a:rPr>
              <a:t>–Muy sensible a pequeñas variaciones</a:t>
            </a:r>
            <a:endParaRPr/>
          </a:p>
          <a:p>
            <a:pPr indent="-182880" lvl="0" marL="228600" marR="0" rtl="0" algn="just">
              <a:lnSpc>
                <a:spcPct val="90000"/>
              </a:lnSpc>
              <a:spcBef>
                <a:spcPts val="0"/>
              </a:spcBef>
              <a:spcAft>
                <a:spcPts val="0"/>
              </a:spcAft>
              <a:buClr>
                <a:schemeClr val="accent1"/>
              </a:buClr>
              <a:buSzPts val="1600"/>
              <a:buFont typeface="Corbel"/>
              <a:buNone/>
            </a:pPr>
            <a:r>
              <a:rPr b="0" i="0" lang="es-MX" sz="2000" u="none" cap="none" strike="noStrike">
                <a:solidFill>
                  <a:srgbClr val="000000"/>
                </a:solidFill>
                <a:latin typeface="Rockwell"/>
                <a:ea typeface="Rockwell"/>
                <a:cs typeface="Rockwell"/>
                <a:sym typeface="Rockwell"/>
              </a:rPr>
              <a:t>–Confianza individual y no grupal</a:t>
            </a:r>
            <a:endParaRPr/>
          </a:p>
          <a:p>
            <a:pPr indent="-182880" lvl="0" marL="228600" marR="0" rtl="0" algn="just">
              <a:lnSpc>
                <a:spcPct val="90000"/>
              </a:lnSpc>
              <a:spcBef>
                <a:spcPts val="0"/>
              </a:spcBef>
              <a:spcAft>
                <a:spcPts val="0"/>
              </a:spcAft>
              <a:buClr>
                <a:schemeClr val="accent1"/>
              </a:buClr>
              <a:buSzPts val="1440"/>
              <a:buFont typeface="Corbel"/>
              <a:buNone/>
            </a:pPr>
            <a:r>
              <a:t/>
            </a:r>
            <a:endParaRPr b="0" i="0" sz="1800" u="none" cap="none" strike="noStrike">
              <a:solidFill>
                <a:srgbClr val="000000"/>
              </a:solidFill>
              <a:latin typeface="Times New Roman"/>
              <a:ea typeface="Times New Roman"/>
              <a:cs typeface="Times New Roman"/>
              <a:sym typeface="Times New Roman"/>
            </a:endParaRPr>
          </a:p>
          <a:p>
            <a:pPr indent="-182880" lvl="0" marL="228600" marR="0" rtl="0" algn="just">
              <a:lnSpc>
                <a:spcPct val="90000"/>
              </a:lnSpc>
              <a:spcBef>
                <a:spcPts val="1000"/>
              </a:spcBef>
              <a:spcAft>
                <a:spcPts val="0"/>
              </a:spcAft>
              <a:buClr>
                <a:schemeClr val="accent1"/>
              </a:buClr>
              <a:buSzPts val="1600"/>
              <a:buFont typeface="Corbel"/>
              <a:buNone/>
            </a:pPr>
            <a:r>
              <a:rPr b="1" i="0" lang="es-MX" sz="2000" u="none" cap="none" strike="noStrike">
                <a:solidFill>
                  <a:schemeClr val="accent1"/>
                </a:solidFill>
                <a:latin typeface="Rockwell"/>
                <a:ea typeface="Rockwell"/>
                <a:cs typeface="Rockwell"/>
                <a:sym typeface="Rockwell"/>
              </a:rPr>
              <a:t>-Método de Tukey:</a:t>
            </a:r>
            <a:endParaRPr/>
          </a:p>
          <a:p>
            <a:pPr indent="-182880" lvl="0" marL="228600" marR="0" rtl="0" algn="just">
              <a:lnSpc>
                <a:spcPct val="90000"/>
              </a:lnSpc>
              <a:spcBef>
                <a:spcPts val="0"/>
              </a:spcBef>
              <a:spcAft>
                <a:spcPts val="0"/>
              </a:spcAft>
              <a:buClr>
                <a:schemeClr val="accent1"/>
              </a:buClr>
              <a:buSzPts val="1440"/>
              <a:buFont typeface="Corbel"/>
              <a:buNone/>
            </a:pPr>
            <a:r>
              <a:t/>
            </a:r>
            <a:endParaRPr b="0" i="0" sz="1800" u="none" cap="none" strike="noStrike">
              <a:solidFill>
                <a:srgbClr val="000000"/>
              </a:solidFill>
              <a:latin typeface="Arial"/>
              <a:ea typeface="Arial"/>
              <a:cs typeface="Arial"/>
              <a:sym typeface="Arial"/>
            </a:endParaRPr>
          </a:p>
          <a:p>
            <a:pPr indent="-182880" lvl="0" marL="228600" marR="0" rtl="0" algn="just">
              <a:lnSpc>
                <a:spcPct val="90000"/>
              </a:lnSpc>
              <a:spcBef>
                <a:spcPts val="0"/>
              </a:spcBef>
              <a:spcAft>
                <a:spcPts val="0"/>
              </a:spcAft>
              <a:buClr>
                <a:schemeClr val="accent1"/>
              </a:buClr>
              <a:buSzPts val="1600"/>
              <a:buFont typeface="Corbel"/>
              <a:buNone/>
            </a:pPr>
            <a:r>
              <a:rPr b="0" i="0" lang="es-MX" sz="2000" u="none" cap="none" strike="noStrike">
                <a:solidFill>
                  <a:srgbClr val="000000"/>
                </a:solidFill>
                <a:latin typeface="Rockwell"/>
                <a:ea typeface="Rockwell"/>
                <a:cs typeface="Rockwell"/>
                <a:sym typeface="Rockwell"/>
              </a:rPr>
              <a:t>–Distribución de rango estudentizado</a:t>
            </a:r>
            <a:endParaRPr b="0" i="0" sz="2000" u="none" cap="none" strike="noStrike">
              <a:solidFill>
                <a:srgbClr val="000000"/>
              </a:solidFill>
              <a:latin typeface="Rockwell"/>
              <a:ea typeface="Rockwell"/>
              <a:cs typeface="Rockwell"/>
              <a:sym typeface="Rockwell"/>
            </a:endParaRPr>
          </a:p>
          <a:p>
            <a:pPr indent="-182880" lvl="0" marL="228600" marR="0" rtl="0" algn="just">
              <a:lnSpc>
                <a:spcPct val="90000"/>
              </a:lnSpc>
              <a:spcBef>
                <a:spcPts val="0"/>
              </a:spcBef>
              <a:spcAft>
                <a:spcPts val="0"/>
              </a:spcAft>
              <a:buClr>
                <a:schemeClr val="accent1"/>
              </a:buClr>
              <a:buSzPts val="1600"/>
              <a:buFont typeface="Corbel"/>
              <a:buNone/>
            </a:pPr>
            <a:r>
              <a:rPr b="0" i="0" lang="es-MX" sz="2000" u="none" cap="none" strike="noStrike">
                <a:solidFill>
                  <a:srgbClr val="000000"/>
                </a:solidFill>
                <a:latin typeface="Rockwell"/>
                <a:ea typeface="Rockwell"/>
                <a:cs typeface="Rockwell"/>
                <a:sym typeface="Rockwell"/>
              </a:rPr>
              <a:t>–Fuerte evidencia para detectar diferencias</a:t>
            </a:r>
            <a:endParaRPr/>
          </a:p>
          <a:p>
            <a:pPr indent="-182880" lvl="0" marL="228600" marR="0" rtl="0" algn="just">
              <a:lnSpc>
                <a:spcPct val="90000"/>
              </a:lnSpc>
              <a:spcBef>
                <a:spcPts val="0"/>
              </a:spcBef>
              <a:spcAft>
                <a:spcPts val="0"/>
              </a:spcAft>
              <a:buClr>
                <a:schemeClr val="accent1"/>
              </a:buClr>
              <a:buSzPts val="1600"/>
              <a:buFont typeface="Corbel"/>
              <a:buNone/>
            </a:pPr>
            <a:r>
              <a:rPr b="0" i="0" lang="es-MX" sz="2000" u="none" cap="none" strike="noStrike">
                <a:solidFill>
                  <a:srgbClr val="000000"/>
                </a:solidFill>
                <a:latin typeface="Rockwell"/>
                <a:ea typeface="Rockwell"/>
                <a:cs typeface="Rockwell"/>
                <a:sym typeface="Rockwell"/>
              </a:rPr>
              <a:t>–Confianza grupal</a:t>
            </a:r>
            <a:endParaRPr/>
          </a:p>
          <a:p>
            <a:pPr indent="-182880" lvl="0" marL="228600" marR="0" rtl="0" algn="just">
              <a:lnSpc>
                <a:spcPct val="90000"/>
              </a:lnSpc>
              <a:spcBef>
                <a:spcPts val="0"/>
              </a:spcBef>
              <a:spcAft>
                <a:spcPts val="0"/>
              </a:spcAft>
              <a:buClr>
                <a:schemeClr val="accent1"/>
              </a:buClr>
              <a:buSzPts val="1600"/>
              <a:buFont typeface="Corbel"/>
              <a:buNone/>
            </a:pPr>
            <a:r>
              <a:rPr b="0" i="0" lang="es-MX" sz="2000" u="none" cap="none" strike="noStrike">
                <a:solidFill>
                  <a:srgbClr val="000000"/>
                </a:solidFill>
                <a:latin typeface="Rockwell"/>
                <a:ea typeface="Rockwell"/>
                <a:cs typeface="Rockwell"/>
                <a:sym typeface="Rockwell"/>
              </a:rPr>
              <a:t>–Concepto de tasa de error por experimento</a:t>
            </a:r>
            <a:endParaRPr/>
          </a:p>
          <a:p>
            <a:pPr indent="-182880" lvl="0" marL="228600" marR="0" rtl="0" algn="just">
              <a:lnSpc>
                <a:spcPct val="90000"/>
              </a:lnSpc>
              <a:spcBef>
                <a:spcPts val="0"/>
              </a:spcBef>
              <a:spcAft>
                <a:spcPts val="0"/>
              </a:spcAft>
              <a:buClr>
                <a:schemeClr val="accent1"/>
              </a:buClr>
              <a:buSzPts val="1440"/>
              <a:buFont typeface="Corbel"/>
              <a:buNone/>
            </a:pPr>
            <a:r>
              <a:t/>
            </a:r>
            <a:endParaRPr b="0" i="0" sz="1800" u="none" cap="none" strike="noStrike">
              <a:solidFill>
                <a:srgbClr val="000000"/>
              </a:solidFill>
              <a:latin typeface="Times New Roman"/>
              <a:ea typeface="Times New Roman"/>
              <a:cs typeface="Times New Roman"/>
              <a:sym typeface="Times New Roman"/>
            </a:endParaRPr>
          </a:p>
        </p:txBody>
      </p:sp>
      <p:sp>
        <p:nvSpPr>
          <p:cNvPr id="429" name="Google Shape;429;p46"/>
          <p:cNvSpPr txBox="1"/>
          <p:nvPr/>
        </p:nvSpPr>
        <p:spPr>
          <a:xfrm>
            <a:off x="691892" y="484247"/>
            <a:ext cx="1043182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accent1"/>
              </a:buClr>
              <a:buSzPts val="3200"/>
              <a:buFont typeface="Rockwell"/>
              <a:buNone/>
            </a:pPr>
            <a:r>
              <a:rPr b="1" lang="es-MX" sz="3200">
                <a:solidFill>
                  <a:schemeClr val="accent1"/>
                </a:solidFill>
                <a:latin typeface="Rockwell"/>
                <a:ea typeface="Rockwell"/>
                <a:cs typeface="Rockwell"/>
                <a:sym typeface="Rockwell"/>
              </a:rPr>
              <a:t>Comparación de más de dos tratamientos</a:t>
            </a:r>
            <a:endParaRPr/>
          </a:p>
        </p:txBody>
      </p:sp>
      <p:sp>
        <p:nvSpPr>
          <p:cNvPr id="430" name="Google Shape;430;p46"/>
          <p:cNvSpPr txBox="1"/>
          <p:nvPr/>
        </p:nvSpPr>
        <p:spPr>
          <a:xfrm>
            <a:off x="8559800" y="5458890"/>
            <a:ext cx="3158067"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MX" sz="1800">
                <a:solidFill>
                  <a:schemeClr val="dk1"/>
                </a:solidFill>
                <a:latin typeface="Corbel"/>
                <a:ea typeface="Corbel"/>
                <a:cs typeface="Corbel"/>
                <a:sym typeface="Corbel"/>
              </a:rPr>
              <a:t>*Existen otros métodos (método de Duncan, sheffé, por contrastes,…) pero veremos 2.</a:t>
            </a:r>
            <a:endParaRPr sz="1800">
              <a:solidFill>
                <a:schemeClr val="dk1"/>
              </a:solidFill>
              <a:latin typeface="Corbel"/>
              <a:ea typeface="Corbel"/>
              <a:cs typeface="Corbel"/>
              <a:sym typeface="Corbe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7"/>
          <p:cNvSpPr txBox="1"/>
          <p:nvPr>
            <p:ph idx="1" type="body"/>
          </p:nvPr>
        </p:nvSpPr>
        <p:spPr>
          <a:xfrm>
            <a:off x="838200" y="1145074"/>
            <a:ext cx="10515600" cy="51594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1280"/>
              <a:buNone/>
            </a:pPr>
            <a:r>
              <a:rPr lang="es-MX" sz="1600">
                <a:solidFill>
                  <a:schemeClr val="accent1"/>
                </a:solidFill>
                <a:latin typeface="Rockwell"/>
                <a:ea typeface="Rockwell"/>
                <a:cs typeface="Rockwell"/>
                <a:sym typeface="Rockwell"/>
              </a:rPr>
              <a:t>Diagramas de cajas (box plot): </a:t>
            </a:r>
            <a:r>
              <a:rPr b="0" i="0" lang="es-MX" sz="1600" u="none" strike="noStrike">
                <a:latin typeface="Rockwell"/>
                <a:ea typeface="Rockwell"/>
                <a:cs typeface="Rockwell"/>
                <a:sym typeface="Rockwell"/>
              </a:rPr>
              <a:t>En general, cuando los diagramas no se traslapan es probable que los tratamientos correspondientes sean diferentes entre sí  (la probabilidad es mayor si los diagramas están basados en más datos). Cuando se traslapan un poco puede ser que haya o no diferencias significativas, y en cualquier caso es conveniente utilizar una prueba estadística para determinar cuáles diferencias son significativas. </a:t>
            </a:r>
            <a:endParaRPr/>
          </a:p>
          <a:p>
            <a:pPr indent="0" lvl="0" marL="0" rtl="0" algn="just">
              <a:lnSpc>
                <a:spcPct val="90000"/>
              </a:lnSpc>
              <a:spcBef>
                <a:spcPts val="1400"/>
              </a:spcBef>
              <a:spcAft>
                <a:spcPts val="0"/>
              </a:spcAft>
              <a:buSzPts val="1280"/>
              <a:buNone/>
            </a:pPr>
            <a:r>
              <a:t/>
            </a:r>
            <a:endParaRPr sz="1600">
              <a:latin typeface="Rockwell"/>
              <a:ea typeface="Rockwell"/>
              <a:cs typeface="Rockwell"/>
              <a:sym typeface="Rockwell"/>
            </a:endParaRPr>
          </a:p>
          <a:p>
            <a:pPr indent="0" lvl="0" marL="0" rtl="0" algn="just">
              <a:lnSpc>
                <a:spcPct val="90000"/>
              </a:lnSpc>
              <a:spcBef>
                <a:spcPts val="1400"/>
              </a:spcBef>
              <a:spcAft>
                <a:spcPts val="0"/>
              </a:spcAft>
              <a:buSzPts val="1280"/>
              <a:buNone/>
            </a:pPr>
            <a:r>
              <a:t/>
            </a:r>
            <a:endParaRPr sz="1600">
              <a:latin typeface="Rockwell"/>
              <a:ea typeface="Rockwell"/>
              <a:cs typeface="Rockwell"/>
              <a:sym typeface="Rockwell"/>
            </a:endParaRPr>
          </a:p>
          <a:p>
            <a:pPr indent="0" lvl="0" marL="0" rtl="0" algn="just">
              <a:lnSpc>
                <a:spcPct val="90000"/>
              </a:lnSpc>
              <a:spcBef>
                <a:spcPts val="1400"/>
              </a:spcBef>
              <a:spcAft>
                <a:spcPts val="0"/>
              </a:spcAft>
              <a:buSzPts val="1280"/>
              <a:buNone/>
            </a:pPr>
            <a:r>
              <a:t/>
            </a:r>
            <a:endParaRPr sz="1600">
              <a:latin typeface="Rockwell"/>
              <a:ea typeface="Rockwell"/>
              <a:cs typeface="Rockwell"/>
              <a:sym typeface="Rockwell"/>
            </a:endParaRPr>
          </a:p>
          <a:p>
            <a:pPr indent="0" lvl="0" marL="0" rtl="0" algn="just">
              <a:lnSpc>
                <a:spcPct val="90000"/>
              </a:lnSpc>
              <a:spcBef>
                <a:spcPts val="1400"/>
              </a:spcBef>
              <a:spcAft>
                <a:spcPts val="0"/>
              </a:spcAft>
              <a:buSzPts val="1280"/>
              <a:buNone/>
            </a:pPr>
            <a:r>
              <a:t/>
            </a:r>
            <a:endParaRPr sz="1600">
              <a:latin typeface="Rockwell"/>
              <a:ea typeface="Rockwell"/>
              <a:cs typeface="Rockwell"/>
              <a:sym typeface="Rockwell"/>
            </a:endParaRPr>
          </a:p>
          <a:p>
            <a:pPr indent="0" lvl="0" marL="0" rtl="0" algn="just">
              <a:lnSpc>
                <a:spcPct val="90000"/>
              </a:lnSpc>
              <a:spcBef>
                <a:spcPts val="1400"/>
              </a:spcBef>
              <a:spcAft>
                <a:spcPts val="0"/>
              </a:spcAft>
              <a:buSzPts val="1280"/>
              <a:buNone/>
            </a:pPr>
            <a:r>
              <a:t/>
            </a:r>
            <a:endParaRPr sz="1600">
              <a:latin typeface="Rockwell"/>
              <a:ea typeface="Rockwell"/>
              <a:cs typeface="Rockwell"/>
              <a:sym typeface="Rockwell"/>
            </a:endParaRPr>
          </a:p>
          <a:p>
            <a:pPr indent="0" lvl="0" marL="0" rtl="0" algn="just">
              <a:lnSpc>
                <a:spcPct val="90000"/>
              </a:lnSpc>
              <a:spcBef>
                <a:spcPts val="1400"/>
              </a:spcBef>
              <a:spcAft>
                <a:spcPts val="0"/>
              </a:spcAft>
              <a:buSzPts val="1280"/>
              <a:buNone/>
            </a:pPr>
            <a:r>
              <a:t/>
            </a:r>
            <a:endParaRPr sz="1600">
              <a:latin typeface="Rockwell"/>
              <a:ea typeface="Rockwell"/>
              <a:cs typeface="Rockwell"/>
              <a:sym typeface="Rockwell"/>
            </a:endParaRPr>
          </a:p>
          <a:p>
            <a:pPr indent="0" lvl="0" marL="0" rtl="0" algn="just">
              <a:lnSpc>
                <a:spcPct val="90000"/>
              </a:lnSpc>
              <a:spcBef>
                <a:spcPts val="1400"/>
              </a:spcBef>
              <a:spcAft>
                <a:spcPts val="0"/>
              </a:spcAft>
              <a:buSzPts val="1280"/>
              <a:buNone/>
            </a:pPr>
            <a:r>
              <a:t/>
            </a:r>
            <a:endParaRPr sz="1600">
              <a:latin typeface="Rockwell"/>
              <a:ea typeface="Rockwell"/>
              <a:cs typeface="Rockwell"/>
              <a:sym typeface="Rockwell"/>
            </a:endParaRPr>
          </a:p>
          <a:p>
            <a:pPr indent="0" lvl="0" marL="0" rtl="0" algn="just">
              <a:lnSpc>
                <a:spcPct val="90000"/>
              </a:lnSpc>
              <a:spcBef>
                <a:spcPts val="1400"/>
              </a:spcBef>
              <a:spcAft>
                <a:spcPts val="0"/>
              </a:spcAft>
              <a:buSzPts val="1280"/>
              <a:buNone/>
            </a:pPr>
            <a:r>
              <a:rPr b="0" i="0" lang="es-MX" sz="1600" u="none" strike="noStrike">
                <a:solidFill>
                  <a:schemeClr val="accent1"/>
                </a:solidFill>
                <a:latin typeface="Rockwell"/>
                <a:ea typeface="Rockwell"/>
                <a:cs typeface="Rockwell"/>
                <a:sym typeface="Rockwell"/>
              </a:rPr>
              <a:t>G</a:t>
            </a:r>
            <a:r>
              <a:rPr b="0" i="0" lang="es-MX" sz="1600" u="none" strike="noStrike">
                <a:solidFill>
                  <a:schemeClr val="accent1"/>
                </a:solidFill>
                <a:latin typeface="Rockwell"/>
                <a:ea typeface="Rockwell"/>
                <a:cs typeface="Rockwell"/>
                <a:sym typeface="Rockwell"/>
              </a:rPr>
              <a:t>ráfico de medias (</a:t>
            </a:r>
            <a:r>
              <a:rPr b="0" i="1" lang="es-MX" sz="1600" u="none" strike="noStrike">
                <a:solidFill>
                  <a:schemeClr val="accent1"/>
                </a:solidFill>
                <a:latin typeface="Rockwell"/>
                <a:ea typeface="Rockwell"/>
                <a:cs typeface="Rockwell"/>
                <a:sym typeface="Rockwell"/>
              </a:rPr>
              <a:t>means plot</a:t>
            </a:r>
            <a:r>
              <a:rPr b="0" i="0" lang="es-MX" sz="1600" u="none" strike="noStrike">
                <a:solidFill>
                  <a:schemeClr val="accent1"/>
                </a:solidFill>
                <a:latin typeface="Rockwell"/>
                <a:ea typeface="Rockwell"/>
                <a:cs typeface="Rockwell"/>
                <a:sym typeface="Rockwell"/>
              </a:rPr>
              <a:t>): </a:t>
            </a:r>
            <a:r>
              <a:rPr b="0" i="0" lang="es-MX" sz="1600" u="none" strike="noStrike">
                <a:latin typeface="Rockwell"/>
                <a:ea typeface="Rockwell"/>
                <a:cs typeface="Rockwell"/>
                <a:sym typeface="Rockwell"/>
              </a:rPr>
              <a:t>permite hacer una comparación visual y estadística de las medias de los tratamientos (métodos de ensamble). En la figura se presenta el gráfico de medias con intervalos de confianza de acuerdo con la prueba LSD.</a:t>
            </a:r>
            <a:r>
              <a:rPr b="0" i="0" lang="es-MX" sz="1600" u="none" strike="noStrike">
                <a:latin typeface="Times"/>
                <a:ea typeface="Times"/>
                <a:cs typeface="Times"/>
                <a:sym typeface="Times"/>
              </a:rPr>
              <a:t> </a:t>
            </a:r>
            <a:r>
              <a:rPr lang="es-MX" sz="1600">
                <a:latin typeface="Rockwell"/>
                <a:ea typeface="Rockwell"/>
                <a:cs typeface="Rockwell"/>
                <a:sym typeface="Rockwell"/>
              </a:rPr>
              <a:t>Si dos intervalos de confianza se traslapan, los tratamientos correspondientes son estadísticamente iguales en cuanto a sus medias; pero si no se traslapan, entonces son diferentes. </a:t>
            </a:r>
            <a:endParaRPr/>
          </a:p>
          <a:p>
            <a:pPr indent="0" lvl="0" marL="0" rtl="0" algn="just">
              <a:lnSpc>
                <a:spcPct val="90000"/>
              </a:lnSpc>
              <a:spcBef>
                <a:spcPts val="1400"/>
              </a:spcBef>
              <a:spcAft>
                <a:spcPts val="0"/>
              </a:spcAft>
              <a:buSzPts val="1280"/>
              <a:buNone/>
            </a:pPr>
            <a:r>
              <a:t/>
            </a:r>
            <a:endParaRPr sz="1600">
              <a:latin typeface="Rockwell"/>
              <a:ea typeface="Rockwell"/>
              <a:cs typeface="Rockwell"/>
              <a:sym typeface="Rockwell"/>
            </a:endParaRPr>
          </a:p>
        </p:txBody>
      </p:sp>
      <p:pic>
        <p:nvPicPr>
          <p:cNvPr id="436" name="Google Shape;436;p47"/>
          <p:cNvPicPr preferRelativeResize="0"/>
          <p:nvPr/>
        </p:nvPicPr>
        <p:blipFill rotWithShape="1">
          <a:blip r:embed="rId3">
            <a:alphaModFix/>
          </a:blip>
          <a:srcRect b="0" l="0" r="0" t="0"/>
          <a:stretch/>
        </p:blipFill>
        <p:spPr>
          <a:xfrm>
            <a:off x="1337923" y="2702567"/>
            <a:ext cx="3958301" cy="2233612"/>
          </a:xfrm>
          <a:prstGeom prst="rect">
            <a:avLst/>
          </a:prstGeom>
          <a:noFill/>
          <a:ln>
            <a:noFill/>
          </a:ln>
        </p:spPr>
      </p:pic>
      <p:sp>
        <p:nvSpPr>
          <p:cNvPr id="437" name="Google Shape;437;p47"/>
          <p:cNvSpPr txBox="1"/>
          <p:nvPr/>
        </p:nvSpPr>
        <p:spPr>
          <a:xfrm>
            <a:off x="691892" y="484247"/>
            <a:ext cx="1043182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accent1"/>
              </a:buClr>
              <a:buSzPts val="3200"/>
              <a:buFont typeface="Rockwell"/>
              <a:buNone/>
            </a:pPr>
            <a:r>
              <a:rPr b="1" lang="es-MX" sz="3200">
                <a:solidFill>
                  <a:schemeClr val="accent1"/>
                </a:solidFill>
                <a:latin typeface="Rockwell"/>
                <a:ea typeface="Rockwell"/>
                <a:cs typeface="Rockwell"/>
                <a:sym typeface="Rockwell"/>
              </a:rPr>
              <a:t>Comparación de más de dos tratamientos</a:t>
            </a:r>
            <a:endParaRPr/>
          </a:p>
        </p:txBody>
      </p:sp>
      <p:pic>
        <p:nvPicPr>
          <p:cNvPr id="438" name="Google Shape;438;p47"/>
          <p:cNvPicPr preferRelativeResize="0"/>
          <p:nvPr/>
        </p:nvPicPr>
        <p:blipFill rotWithShape="1">
          <a:blip r:embed="rId4">
            <a:alphaModFix/>
          </a:blip>
          <a:srcRect b="0" l="0" r="0" t="0"/>
          <a:stretch/>
        </p:blipFill>
        <p:spPr>
          <a:xfrm>
            <a:off x="6598919" y="2522783"/>
            <a:ext cx="3915092" cy="240400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8"/>
          <p:cNvSpPr txBox="1"/>
          <p:nvPr>
            <p:ph idx="1" type="body"/>
          </p:nvPr>
        </p:nvSpPr>
        <p:spPr>
          <a:xfrm>
            <a:off x="626533" y="1478491"/>
            <a:ext cx="10879667" cy="4351338"/>
          </a:xfrm>
          <a:prstGeom prst="rect">
            <a:avLst/>
          </a:prstGeom>
          <a:blipFill rotWithShape="1">
            <a:blip r:embed="rId3">
              <a:alphaModFix/>
            </a:blip>
            <a:stretch>
              <a:fillRect b="0" l="-504" r="-448" t="-1403"/>
            </a:stretch>
          </a:blipFill>
          <a:ln>
            <a:noFill/>
          </a:ln>
        </p:spPr>
        <p:txBody>
          <a:bodyPr anchorCtr="0" anchor="t" bIns="45700" lIns="91425" spcFirstLastPara="1" rIns="91425" wrap="square" tIns="45700">
            <a:normAutofit/>
          </a:bodyPr>
          <a:lstStyle/>
          <a:p>
            <a:pPr indent="-182880" lvl="0" marL="228600" rtl="0" algn="l">
              <a:lnSpc>
                <a:spcPct val="90000"/>
              </a:lnSpc>
              <a:spcBef>
                <a:spcPts val="0"/>
              </a:spcBef>
              <a:spcAft>
                <a:spcPts val="0"/>
              </a:spcAft>
              <a:buSzPts val="1760"/>
              <a:buChar char="•"/>
            </a:pPr>
            <a:r>
              <a:rPr lang="es-MX"/>
              <a:t> </a:t>
            </a:r>
            <a:endParaRPr/>
          </a:p>
        </p:txBody>
      </p:sp>
      <p:sp>
        <p:nvSpPr>
          <p:cNvPr id="444" name="Google Shape;444;p48"/>
          <p:cNvSpPr txBox="1"/>
          <p:nvPr/>
        </p:nvSpPr>
        <p:spPr>
          <a:xfrm>
            <a:off x="691892" y="484247"/>
            <a:ext cx="1043182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accent1"/>
              </a:buClr>
              <a:buSzPts val="3200"/>
              <a:buFont typeface="Rockwell"/>
              <a:buNone/>
            </a:pPr>
            <a:r>
              <a:rPr b="1" lang="es-MX" sz="3200">
                <a:solidFill>
                  <a:schemeClr val="accent1"/>
                </a:solidFill>
                <a:latin typeface="Rockwell"/>
                <a:ea typeface="Rockwell"/>
                <a:cs typeface="Rockwell"/>
                <a:sym typeface="Rockwell"/>
              </a:rPr>
              <a:t>Comparación de más de dos tratamientos</a:t>
            </a:r>
            <a:endParaRPr/>
          </a:p>
        </p:txBody>
      </p:sp>
      <p:pic>
        <p:nvPicPr>
          <p:cNvPr id="445" name="Google Shape;445;p48"/>
          <p:cNvPicPr preferRelativeResize="0"/>
          <p:nvPr/>
        </p:nvPicPr>
        <p:blipFill rotWithShape="1">
          <a:blip r:embed="rId4">
            <a:alphaModFix/>
          </a:blip>
          <a:srcRect b="0" l="0" r="0" t="0"/>
          <a:stretch/>
        </p:blipFill>
        <p:spPr>
          <a:xfrm>
            <a:off x="3950260" y="4221691"/>
            <a:ext cx="3915092" cy="240400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9"/>
          <p:cNvSpPr txBox="1"/>
          <p:nvPr>
            <p:ph idx="1" type="body"/>
          </p:nvPr>
        </p:nvSpPr>
        <p:spPr>
          <a:xfrm>
            <a:off x="838200" y="14700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440"/>
              <a:buNone/>
            </a:pPr>
            <a:r>
              <a:rPr b="1" i="1" lang="es-MX" sz="1800" u="none" strike="noStrike">
                <a:solidFill>
                  <a:schemeClr val="accent1"/>
                </a:solidFill>
                <a:latin typeface="Rockwell"/>
                <a:ea typeface="Rockwell"/>
                <a:cs typeface="Rockwell"/>
                <a:sym typeface="Rockwell"/>
              </a:rPr>
              <a:t>Método LSD (diferencia mínima significativa, least significant difference): </a:t>
            </a:r>
            <a:endParaRPr sz="1800">
              <a:solidFill>
                <a:schemeClr val="accent1"/>
              </a:solidFill>
              <a:latin typeface="Times"/>
              <a:ea typeface="Times"/>
              <a:cs typeface="Times"/>
              <a:sym typeface="Times"/>
            </a:endParaRPr>
          </a:p>
          <a:p>
            <a:pPr indent="0" lvl="0" marL="0" rtl="0" algn="just">
              <a:lnSpc>
                <a:spcPct val="90000"/>
              </a:lnSpc>
              <a:spcBef>
                <a:spcPts val="1400"/>
              </a:spcBef>
              <a:spcAft>
                <a:spcPts val="0"/>
              </a:spcAft>
              <a:buSzPts val="1440"/>
              <a:buNone/>
            </a:pPr>
            <a:r>
              <a:rPr b="0" i="0" lang="es-MX" sz="1800" u="none" strike="noStrike">
                <a:latin typeface="Rockwell"/>
                <a:ea typeface="Rockwell"/>
                <a:cs typeface="Rockwell"/>
                <a:sym typeface="Rockwell"/>
              </a:rPr>
              <a:t>Es la diferencia mínima que debe existir entre dos medias muestrales para considerar que los tratamientos correspondientes son significativamente diferentes.</a:t>
            </a:r>
            <a:endParaRPr i="1" sz="1800">
              <a:latin typeface="Rockwell"/>
              <a:ea typeface="Rockwell"/>
              <a:cs typeface="Rockwell"/>
              <a:sym typeface="Rockwell"/>
            </a:endParaRPr>
          </a:p>
          <a:p>
            <a:pPr indent="0" lvl="0" marL="0" rtl="0" algn="l">
              <a:lnSpc>
                <a:spcPct val="90000"/>
              </a:lnSpc>
              <a:spcBef>
                <a:spcPts val="1400"/>
              </a:spcBef>
              <a:spcAft>
                <a:spcPts val="0"/>
              </a:spcAft>
              <a:buSzPts val="1440"/>
              <a:buNone/>
            </a:pPr>
            <a:r>
              <a:rPr b="0" i="0" lang="es-MX" sz="1800" u="none" strike="noStrike">
                <a:latin typeface="Rockwell"/>
                <a:ea typeface="Rockwell"/>
                <a:cs typeface="Rockwell"/>
                <a:sym typeface="Rockwell"/>
              </a:rPr>
              <a:t>Una vez que se rechazó </a:t>
            </a:r>
            <a:r>
              <a:rPr b="0" i="1" lang="es-MX" sz="1800" u="none" strike="noStrike">
                <a:latin typeface="Rockwell"/>
                <a:ea typeface="Rockwell"/>
                <a:cs typeface="Rockwell"/>
                <a:sym typeface="Rockwell"/>
              </a:rPr>
              <a:t>H</a:t>
            </a:r>
            <a:r>
              <a:rPr b="0" i="0" lang="es-MX" sz="1800" u="none" strike="noStrike">
                <a:latin typeface="Rockwell"/>
                <a:ea typeface="Rockwell"/>
                <a:cs typeface="Rockwell"/>
                <a:sym typeface="Rockwell"/>
              </a:rPr>
              <a:t>0 en el ANOVA, el problema es probar la igualdad de todos los posibles pares de medias con la hipótesis:</a:t>
            </a:r>
            <a:endParaRPr/>
          </a:p>
          <a:p>
            <a:pPr indent="0" lvl="0" marL="0" rtl="0" algn="l">
              <a:lnSpc>
                <a:spcPct val="90000"/>
              </a:lnSpc>
              <a:spcBef>
                <a:spcPts val="1400"/>
              </a:spcBef>
              <a:spcAft>
                <a:spcPts val="0"/>
              </a:spcAft>
              <a:buSzPts val="1760"/>
              <a:buNone/>
            </a:pPr>
            <a:r>
              <a:t/>
            </a:r>
            <a:endParaRPr>
              <a:latin typeface="Rockwell"/>
              <a:ea typeface="Rockwell"/>
              <a:cs typeface="Rockwell"/>
              <a:sym typeface="Rockwell"/>
            </a:endParaRPr>
          </a:p>
        </p:txBody>
      </p:sp>
      <p:sp>
        <p:nvSpPr>
          <p:cNvPr id="451" name="Google Shape;451;p49"/>
          <p:cNvSpPr txBox="1"/>
          <p:nvPr/>
        </p:nvSpPr>
        <p:spPr>
          <a:xfrm>
            <a:off x="691892" y="484247"/>
            <a:ext cx="1043182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accent1"/>
              </a:buClr>
              <a:buSzPts val="3200"/>
              <a:buFont typeface="Rockwell"/>
              <a:buNone/>
            </a:pPr>
            <a:r>
              <a:rPr b="1" lang="es-MX" sz="3200">
                <a:solidFill>
                  <a:schemeClr val="accent1"/>
                </a:solidFill>
                <a:latin typeface="Rockwell"/>
                <a:ea typeface="Rockwell"/>
                <a:cs typeface="Rockwell"/>
                <a:sym typeface="Rockwell"/>
              </a:rPr>
              <a:t>Comparación de más de dos tratamientos</a:t>
            </a:r>
            <a:endParaRPr/>
          </a:p>
        </p:txBody>
      </p:sp>
      <p:pic>
        <p:nvPicPr>
          <p:cNvPr id="452" name="Google Shape;452;p49"/>
          <p:cNvPicPr preferRelativeResize="0"/>
          <p:nvPr/>
        </p:nvPicPr>
        <p:blipFill rotWithShape="1">
          <a:blip r:embed="rId3">
            <a:alphaModFix/>
          </a:blip>
          <a:srcRect b="0" l="0" r="0" t="0"/>
          <a:stretch/>
        </p:blipFill>
        <p:spPr>
          <a:xfrm>
            <a:off x="5243512" y="3019425"/>
            <a:ext cx="1704975" cy="819150"/>
          </a:xfrm>
          <a:prstGeom prst="rect">
            <a:avLst/>
          </a:prstGeom>
          <a:noFill/>
          <a:ln>
            <a:noFill/>
          </a:ln>
        </p:spPr>
      </p:pic>
      <p:sp>
        <p:nvSpPr>
          <p:cNvPr id="453" name="Google Shape;453;p49"/>
          <p:cNvSpPr txBox="1"/>
          <p:nvPr/>
        </p:nvSpPr>
        <p:spPr>
          <a:xfrm>
            <a:off x="838200" y="3909511"/>
            <a:ext cx="10515599"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MX" sz="1800" u="none" strike="noStrike">
                <a:solidFill>
                  <a:schemeClr val="dk1"/>
                </a:solidFill>
                <a:latin typeface="Rockwell"/>
                <a:ea typeface="Rockwell"/>
                <a:cs typeface="Rockwell"/>
                <a:sym typeface="Rockwell"/>
              </a:rPr>
              <a:t>Para </a:t>
            </a:r>
            <a:r>
              <a:rPr b="0" i="1" lang="es-MX" sz="1800" u="none" strike="noStrike">
                <a:solidFill>
                  <a:schemeClr val="dk1"/>
                </a:solidFill>
                <a:latin typeface="Rockwell"/>
                <a:ea typeface="Rockwell"/>
                <a:cs typeface="Rockwell"/>
                <a:sym typeface="Rockwell"/>
              </a:rPr>
              <a:t>k </a:t>
            </a:r>
            <a:r>
              <a:rPr b="0" i="0" lang="es-MX" sz="1800" u="none" strike="noStrike">
                <a:solidFill>
                  <a:schemeClr val="dk1"/>
                </a:solidFill>
                <a:latin typeface="Rockwell"/>
                <a:ea typeface="Rockwell"/>
                <a:cs typeface="Rockwell"/>
                <a:sym typeface="Rockwell"/>
              </a:rPr>
              <a:t>tratamientos se tienen en total </a:t>
            </a:r>
            <a:r>
              <a:rPr b="0" i="1" lang="es-MX" sz="1800" u="none" strike="noStrike">
                <a:solidFill>
                  <a:schemeClr val="dk1"/>
                </a:solidFill>
                <a:latin typeface="Rockwell"/>
                <a:ea typeface="Rockwell"/>
                <a:cs typeface="Rockwell"/>
                <a:sym typeface="Rockwell"/>
              </a:rPr>
              <a:t>k</a:t>
            </a:r>
            <a:r>
              <a:rPr b="0" i="0" lang="es-MX" sz="1800" u="none" strike="noStrike">
                <a:solidFill>
                  <a:schemeClr val="dk1"/>
                </a:solidFill>
                <a:latin typeface="Rockwell"/>
                <a:ea typeface="Rockwell"/>
                <a:cs typeface="Rockwell"/>
                <a:sym typeface="Rockwell"/>
              </a:rPr>
              <a:t>(</a:t>
            </a:r>
            <a:r>
              <a:rPr b="0" i="1" lang="es-MX" sz="1800" u="none" strike="noStrike">
                <a:solidFill>
                  <a:schemeClr val="dk1"/>
                </a:solidFill>
                <a:latin typeface="Rockwell"/>
                <a:ea typeface="Rockwell"/>
                <a:cs typeface="Rockwell"/>
                <a:sym typeface="Rockwell"/>
              </a:rPr>
              <a:t>k </a:t>
            </a:r>
            <a:r>
              <a:rPr b="0" i="0" lang="es-MX" sz="1800" u="none" strike="noStrike">
                <a:solidFill>
                  <a:schemeClr val="dk1"/>
                </a:solidFill>
                <a:latin typeface="Rockwell"/>
                <a:ea typeface="Rockwell"/>
                <a:cs typeface="Rockwell"/>
                <a:sym typeface="Rockwell"/>
              </a:rPr>
              <a:t>– 1)/2 pares de medias. Por  ejemplo, si </a:t>
            </a:r>
            <a:r>
              <a:rPr b="0" i="1" lang="es-MX" sz="1800" u="none" strike="noStrike">
                <a:solidFill>
                  <a:schemeClr val="dk1"/>
                </a:solidFill>
                <a:latin typeface="Rockwell"/>
                <a:ea typeface="Rockwell"/>
                <a:cs typeface="Rockwell"/>
                <a:sym typeface="Rockwell"/>
              </a:rPr>
              <a:t>k </a:t>
            </a:r>
            <a:r>
              <a:rPr b="0" i="0" lang="es-MX" sz="1800" u="none" strike="noStrike">
                <a:solidFill>
                  <a:schemeClr val="dk1"/>
                </a:solidFill>
                <a:latin typeface="Rockwell"/>
                <a:ea typeface="Rockwell"/>
                <a:cs typeface="Rockwell"/>
                <a:sym typeface="Rockwell"/>
              </a:rPr>
              <a:t>= 4 existen 4 × 3/2 = 6 posibles pares de medias.</a:t>
            </a:r>
            <a:endParaRPr/>
          </a:p>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a:p>
            <a:pPr indent="0" lvl="0" marL="0" marR="0" rtl="0" algn="l">
              <a:spcBef>
                <a:spcPts val="0"/>
              </a:spcBef>
              <a:spcAft>
                <a:spcPts val="0"/>
              </a:spcAft>
              <a:buNone/>
            </a:pPr>
            <a:r>
              <a:rPr b="0" i="0" lang="es-MX" sz="1800" u="none" strike="noStrike">
                <a:solidFill>
                  <a:schemeClr val="dk1"/>
                </a:solidFill>
                <a:latin typeface="Rockwell"/>
                <a:ea typeface="Rockwell"/>
                <a:cs typeface="Rockwell"/>
                <a:sym typeface="Rockwell"/>
              </a:rPr>
              <a:t>El estadístico de prueba para cada una de las hipótesis dadas es la correspondiente diferencia en valor absoluto entre sus medias muestrales:</a:t>
            </a:r>
            <a:endParaRPr/>
          </a:p>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a:p>
            <a:pPr indent="0" lvl="0" marL="0" marR="0" rtl="0" algn="l">
              <a:spcBef>
                <a:spcPts val="0"/>
              </a:spcBef>
              <a:spcAft>
                <a:spcPts val="0"/>
              </a:spcAft>
              <a:buNone/>
            </a:pPr>
            <a:r>
              <a:rPr lang="es-MX" sz="1800">
                <a:solidFill>
                  <a:schemeClr val="dk1"/>
                </a:solidFill>
                <a:latin typeface="Rockwell"/>
                <a:ea typeface="Rockwell"/>
                <a:cs typeface="Rockwell"/>
                <a:sym typeface="Rockwell"/>
              </a:rPr>
              <a:t>Se rechaza H0 si ocurre que: </a:t>
            </a:r>
            <a:endParaRPr sz="1800">
              <a:solidFill>
                <a:schemeClr val="dk1"/>
              </a:solidFill>
              <a:latin typeface="Rockwell"/>
              <a:ea typeface="Rockwell"/>
              <a:cs typeface="Rockwell"/>
              <a:sym typeface="Rockwell"/>
            </a:endParaRPr>
          </a:p>
        </p:txBody>
      </p:sp>
      <p:pic>
        <p:nvPicPr>
          <p:cNvPr id="454" name="Google Shape;454;p49"/>
          <p:cNvPicPr preferRelativeResize="0"/>
          <p:nvPr/>
        </p:nvPicPr>
        <p:blipFill rotWithShape="1">
          <a:blip r:embed="rId4">
            <a:alphaModFix/>
          </a:blip>
          <a:srcRect b="1" l="0" r="0" t="12270"/>
          <a:stretch/>
        </p:blipFill>
        <p:spPr>
          <a:xfrm>
            <a:off x="5735106" y="5169577"/>
            <a:ext cx="857250" cy="434524"/>
          </a:xfrm>
          <a:prstGeom prst="rect">
            <a:avLst/>
          </a:prstGeom>
          <a:noFill/>
          <a:ln>
            <a:noFill/>
          </a:ln>
        </p:spPr>
      </p:pic>
      <p:pic>
        <p:nvPicPr>
          <p:cNvPr id="455" name="Google Shape;455;p49"/>
          <p:cNvPicPr preferRelativeResize="0"/>
          <p:nvPr/>
        </p:nvPicPr>
        <p:blipFill rotWithShape="1">
          <a:blip r:embed="rId5">
            <a:alphaModFix/>
          </a:blip>
          <a:srcRect b="0" l="0" r="0" t="0"/>
          <a:stretch/>
        </p:blipFill>
        <p:spPr>
          <a:xfrm>
            <a:off x="4198409" y="5757260"/>
            <a:ext cx="4438650" cy="1028700"/>
          </a:xfrm>
          <a:prstGeom prst="rect">
            <a:avLst/>
          </a:prstGeom>
          <a:noFill/>
          <a:ln>
            <a:noFill/>
          </a:ln>
        </p:spPr>
      </p:pic>
      <p:sp>
        <p:nvSpPr>
          <p:cNvPr id="456" name="Google Shape;456;p49"/>
          <p:cNvSpPr txBox="1"/>
          <p:nvPr/>
        </p:nvSpPr>
        <p:spPr>
          <a:xfrm>
            <a:off x="9118599" y="6010000"/>
            <a:ext cx="2734735" cy="523220"/>
          </a:xfrm>
          <a:prstGeom prst="rect">
            <a:avLst/>
          </a:prstGeom>
          <a:blipFill rotWithShape="1">
            <a:blip r:embed="rId6">
              <a:alphaModFix/>
            </a:blip>
            <a:stretch>
              <a:fillRect b="-10465" l="-670" r="0" t="-23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MX" sz="1800">
                <a:latin typeface="Corbel"/>
                <a:ea typeface="Corbel"/>
                <a:cs typeface="Corbel"/>
                <a:sym typeface="Corbel"/>
              </a:rPr>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0"/>
          <p:cNvSpPr txBox="1"/>
          <p:nvPr>
            <p:ph idx="1" type="body"/>
          </p:nvPr>
        </p:nvSpPr>
        <p:spPr>
          <a:xfrm>
            <a:off x="838200" y="1622425"/>
            <a:ext cx="10515600" cy="4351338"/>
          </a:xfrm>
          <a:prstGeom prst="rect">
            <a:avLst/>
          </a:prstGeom>
          <a:blipFill rotWithShape="1">
            <a:blip r:embed="rId3">
              <a:alphaModFix/>
            </a:blip>
            <a:stretch>
              <a:fillRect b="0" l="-522" r="-638" t="-1261"/>
            </a:stretch>
          </a:blipFill>
          <a:ln>
            <a:noFill/>
          </a:ln>
        </p:spPr>
        <p:txBody>
          <a:bodyPr anchorCtr="0" anchor="t" bIns="45700" lIns="91425" spcFirstLastPara="1" rIns="91425" wrap="square" tIns="45700">
            <a:normAutofit/>
          </a:bodyPr>
          <a:lstStyle/>
          <a:p>
            <a:pPr indent="-182880" lvl="0" marL="228600" rtl="0" algn="l">
              <a:lnSpc>
                <a:spcPct val="90000"/>
              </a:lnSpc>
              <a:spcBef>
                <a:spcPts val="0"/>
              </a:spcBef>
              <a:spcAft>
                <a:spcPts val="0"/>
              </a:spcAft>
              <a:buSzPts val="1760"/>
              <a:buChar char="•"/>
            </a:pPr>
            <a:r>
              <a:rPr lang="es-MX"/>
              <a:t> </a:t>
            </a:r>
            <a:endParaRPr/>
          </a:p>
        </p:txBody>
      </p:sp>
      <p:sp>
        <p:nvSpPr>
          <p:cNvPr id="462" name="Google Shape;462;p50"/>
          <p:cNvSpPr txBox="1"/>
          <p:nvPr/>
        </p:nvSpPr>
        <p:spPr>
          <a:xfrm>
            <a:off x="691892" y="484247"/>
            <a:ext cx="1043182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accent1"/>
              </a:buClr>
              <a:buSzPts val="3200"/>
              <a:buFont typeface="Rockwell"/>
              <a:buNone/>
            </a:pPr>
            <a:r>
              <a:rPr b="1" lang="es-MX" sz="3200">
                <a:solidFill>
                  <a:schemeClr val="accent1"/>
                </a:solidFill>
                <a:latin typeface="Rockwell"/>
                <a:ea typeface="Rockwell"/>
                <a:cs typeface="Rockwell"/>
                <a:sym typeface="Rockwell"/>
              </a:rPr>
              <a:t>Comparación de más de dos tratamientos</a:t>
            </a:r>
            <a:endParaRPr/>
          </a:p>
        </p:txBody>
      </p:sp>
      <p:pic>
        <p:nvPicPr>
          <p:cNvPr id="463" name="Google Shape;463;p50"/>
          <p:cNvPicPr preferRelativeResize="0"/>
          <p:nvPr/>
        </p:nvPicPr>
        <p:blipFill rotWithShape="1">
          <a:blip r:embed="rId4">
            <a:alphaModFix/>
          </a:blip>
          <a:srcRect b="0" l="0" r="0" t="0"/>
          <a:stretch/>
        </p:blipFill>
        <p:spPr>
          <a:xfrm>
            <a:off x="4316941" y="2531534"/>
            <a:ext cx="2762250" cy="457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1"/>
          <p:cNvSpPr txBox="1"/>
          <p:nvPr>
            <p:ph idx="1" type="body"/>
          </p:nvPr>
        </p:nvSpPr>
        <p:spPr>
          <a:xfrm>
            <a:off x="838200" y="1617133"/>
            <a:ext cx="10515600" cy="5080000"/>
          </a:xfrm>
          <a:prstGeom prst="rect">
            <a:avLst/>
          </a:prstGeom>
          <a:blipFill rotWithShape="1">
            <a:blip r:embed="rId3">
              <a:alphaModFix/>
            </a:blip>
            <a:stretch>
              <a:fillRect b="0" l="-522" r="-464" t="-1679"/>
            </a:stretch>
          </a:blipFill>
          <a:ln>
            <a:noFill/>
          </a:ln>
        </p:spPr>
        <p:txBody>
          <a:bodyPr anchorCtr="0" anchor="t" bIns="45700" lIns="91425" spcFirstLastPara="1" rIns="91425" wrap="square" tIns="45700">
            <a:normAutofit/>
          </a:bodyPr>
          <a:lstStyle/>
          <a:p>
            <a:pPr indent="-182880" lvl="0" marL="228600" rtl="0" algn="l">
              <a:lnSpc>
                <a:spcPct val="90000"/>
              </a:lnSpc>
              <a:spcBef>
                <a:spcPts val="0"/>
              </a:spcBef>
              <a:spcAft>
                <a:spcPts val="0"/>
              </a:spcAft>
              <a:buSzPts val="1760"/>
              <a:buChar char="•"/>
            </a:pPr>
            <a:r>
              <a:rPr lang="es-MX"/>
              <a:t> </a:t>
            </a:r>
            <a:endParaRPr/>
          </a:p>
        </p:txBody>
      </p:sp>
      <p:pic>
        <p:nvPicPr>
          <p:cNvPr id="469" name="Google Shape;469;p51"/>
          <p:cNvPicPr preferRelativeResize="0"/>
          <p:nvPr/>
        </p:nvPicPr>
        <p:blipFill rotWithShape="1">
          <a:blip r:embed="rId4">
            <a:alphaModFix/>
          </a:blip>
          <a:srcRect b="0" l="0" r="0" t="0"/>
          <a:stretch/>
        </p:blipFill>
        <p:spPr>
          <a:xfrm>
            <a:off x="4385204" y="2281416"/>
            <a:ext cx="3209396" cy="2054013"/>
          </a:xfrm>
          <a:prstGeom prst="rect">
            <a:avLst/>
          </a:prstGeom>
          <a:noFill/>
          <a:ln>
            <a:noFill/>
          </a:ln>
        </p:spPr>
      </p:pic>
      <p:pic>
        <p:nvPicPr>
          <p:cNvPr id="470" name="Google Shape;470;p51"/>
          <p:cNvPicPr preferRelativeResize="0"/>
          <p:nvPr/>
        </p:nvPicPr>
        <p:blipFill rotWithShape="1">
          <a:blip r:embed="rId5">
            <a:alphaModFix/>
          </a:blip>
          <a:srcRect b="0" l="0" r="0" t="0"/>
          <a:stretch/>
        </p:blipFill>
        <p:spPr>
          <a:xfrm>
            <a:off x="3414714" y="5114166"/>
            <a:ext cx="5686425" cy="733425"/>
          </a:xfrm>
          <a:prstGeom prst="rect">
            <a:avLst/>
          </a:prstGeom>
          <a:noFill/>
          <a:ln>
            <a:noFill/>
          </a:ln>
        </p:spPr>
      </p:pic>
      <p:sp>
        <p:nvSpPr>
          <p:cNvPr id="471" name="Google Shape;471;p51"/>
          <p:cNvSpPr txBox="1"/>
          <p:nvPr/>
        </p:nvSpPr>
        <p:spPr>
          <a:xfrm>
            <a:off x="691892" y="484247"/>
            <a:ext cx="1043182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accent1"/>
              </a:buClr>
              <a:buSzPts val="3200"/>
              <a:buFont typeface="Rockwell"/>
              <a:buNone/>
            </a:pPr>
            <a:r>
              <a:rPr b="1" lang="es-MX" sz="3200">
                <a:solidFill>
                  <a:schemeClr val="accent1"/>
                </a:solidFill>
                <a:latin typeface="Rockwell"/>
                <a:ea typeface="Rockwell"/>
                <a:cs typeface="Rockwell"/>
                <a:sym typeface="Rockwell"/>
              </a:rPr>
              <a:t>Comparación de más de dos tratamientos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2"/>
          <p:cNvSpPr txBox="1"/>
          <p:nvPr>
            <p:ph idx="1" type="body"/>
          </p:nvPr>
        </p:nvSpPr>
        <p:spPr>
          <a:xfrm>
            <a:off x="1143000" y="2057400"/>
            <a:ext cx="9872871" cy="4038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440"/>
              <a:buNone/>
            </a:pPr>
            <a:r>
              <a:rPr b="0" i="0" lang="es-MX" sz="1800" u="none" strike="noStrike">
                <a:latin typeface="Rockwell"/>
                <a:ea typeface="Rockwell"/>
                <a:cs typeface="Rockwell"/>
                <a:sym typeface="Rockwell"/>
              </a:rPr>
              <a:t>Se declaran significativas aquellas diferencias que son mayores a 2.42.</a:t>
            </a:r>
            <a:endParaRPr>
              <a:latin typeface="Rockwell"/>
              <a:ea typeface="Rockwell"/>
              <a:cs typeface="Rockwell"/>
              <a:sym typeface="Rockwell"/>
            </a:endParaRPr>
          </a:p>
        </p:txBody>
      </p:sp>
      <p:pic>
        <p:nvPicPr>
          <p:cNvPr id="477" name="Google Shape;477;p52"/>
          <p:cNvPicPr preferRelativeResize="0"/>
          <p:nvPr/>
        </p:nvPicPr>
        <p:blipFill rotWithShape="1">
          <a:blip r:embed="rId3">
            <a:alphaModFix/>
          </a:blip>
          <a:srcRect b="0" l="0" r="0" t="0"/>
          <a:stretch/>
        </p:blipFill>
        <p:spPr>
          <a:xfrm>
            <a:off x="5496454" y="2448719"/>
            <a:ext cx="5686425" cy="3105150"/>
          </a:xfrm>
          <a:prstGeom prst="rect">
            <a:avLst/>
          </a:prstGeom>
          <a:noFill/>
          <a:ln>
            <a:noFill/>
          </a:ln>
        </p:spPr>
      </p:pic>
      <p:pic>
        <p:nvPicPr>
          <p:cNvPr id="478" name="Google Shape;478;p52"/>
          <p:cNvPicPr preferRelativeResize="0"/>
          <p:nvPr/>
        </p:nvPicPr>
        <p:blipFill rotWithShape="1">
          <a:blip r:embed="rId4">
            <a:alphaModFix/>
          </a:blip>
          <a:srcRect b="0" l="0" r="0" t="0"/>
          <a:stretch/>
        </p:blipFill>
        <p:spPr>
          <a:xfrm>
            <a:off x="1300193" y="2799292"/>
            <a:ext cx="3915092" cy="2404004"/>
          </a:xfrm>
          <a:prstGeom prst="rect">
            <a:avLst/>
          </a:prstGeom>
          <a:noFill/>
          <a:ln>
            <a:noFill/>
          </a:ln>
        </p:spPr>
      </p:pic>
      <p:sp>
        <p:nvSpPr>
          <p:cNvPr id="479" name="Google Shape;479;p52"/>
          <p:cNvSpPr txBox="1"/>
          <p:nvPr/>
        </p:nvSpPr>
        <p:spPr>
          <a:xfrm>
            <a:off x="990600" y="5765800"/>
            <a:ext cx="1030393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MX" sz="1800" u="none" strike="noStrike">
                <a:solidFill>
                  <a:schemeClr val="dk1"/>
                </a:solidFill>
                <a:latin typeface="Corbel"/>
                <a:ea typeface="Corbel"/>
                <a:cs typeface="Corbel"/>
                <a:sym typeface="Corbel"/>
              </a:rPr>
              <a:t>*Los intervalos en la gráfica de medias (</a:t>
            </a:r>
            <a:r>
              <a:rPr b="0" i="1" lang="es-MX" sz="1800" u="none" strike="noStrike">
                <a:solidFill>
                  <a:schemeClr val="dk1"/>
                </a:solidFill>
                <a:latin typeface="Corbel"/>
                <a:ea typeface="Corbel"/>
                <a:cs typeface="Corbel"/>
                <a:sym typeface="Corbel"/>
              </a:rPr>
              <a:t>means plot</a:t>
            </a:r>
            <a:r>
              <a:rPr b="0" i="0" lang="es-MX" sz="1800" u="none" strike="noStrike">
                <a:solidFill>
                  <a:schemeClr val="dk1"/>
                </a:solidFill>
                <a:latin typeface="Corbel"/>
                <a:ea typeface="Corbel"/>
                <a:cs typeface="Corbel"/>
                <a:sym typeface="Corbel"/>
              </a:rPr>
              <a:t>) con el método LSD se obtienen con:</a:t>
            </a:r>
            <a:endParaRPr sz="1800">
              <a:solidFill>
                <a:schemeClr val="dk1"/>
              </a:solidFill>
              <a:latin typeface="Corbel"/>
              <a:ea typeface="Corbel"/>
              <a:cs typeface="Corbel"/>
              <a:sym typeface="Corbel"/>
            </a:endParaRPr>
          </a:p>
        </p:txBody>
      </p:sp>
      <p:pic>
        <p:nvPicPr>
          <p:cNvPr id="480" name="Google Shape;480;p52"/>
          <p:cNvPicPr preferRelativeResize="0"/>
          <p:nvPr/>
        </p:nvPicPr>
        <p:blipFill rotWithShape="1">
          <a:blip r:embed="rId5">
            <a:alphaModFix/>
          </a:blip>
          <a:srcRect b="0" l="0" r="0" t="0"/>
          <a:stretch/>
        </p:blipFill>
        <p:spPr>
          <a:xfrm>
            <a:off x="9236868" y="5498028"/>
            <a:ext cx="2143125" cy="904875"/>
          </a:xfrm>
          <a:prstGeom prst="rect">
            <a:avLst/>
          </a:prstGeom>
          <a:noFill/>
          <a:ln>
            <a:noFill/>
          </a:ln>
        </p:spPr>
      </p:pic>
      <p:sp>
        <p:nvSpPr>
          <p:cNvPr id="481" name="Google Shape;481;p52"/>
          <p:cNvSpPr txBox="1"/>
          <p:nvPr/>
        </p:nvSpPr>
        <p:spPr>
          <a:xfrm>
            <a:off x="691892" y="484247"/>
            <a:ext cx="1043182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accent1"/>
              </a:buClr>
              <a:buSzPts val="3200"/>
              <a:buFont typeface="Rockwell"/>
              <a:buNone/>
            </a:pPr>
            <a:r>
              <a:rPr b="1" lang="es-MX" sz="3200">
                <a:solidFill>
                  <a:schemeClr val="accent1"/>
                </a:solidFill>
                <a:latin typeface="Rockwell"/>
                <a:ea typeface="Rockwell"/>
                <a:cs typeface="Rockwell"/>
                <a:sym typeface="Rockwell"/>
              </a:rPr>
              <a:t>Comparación de más de dos tratamientos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3"/>
          <p:cNvSpPr txBox="1"/>
          <p:nvPr>
            <p:ph idx="1" type="body"/>
          </p:nvPr>
        </p:nvSpPr>
        <p:spPr>
          <a:xfrm>
            <a:off x="838199" y="1825625"/>
            <a:ext cx="10828867" cy="4710642"/>
          </a:xfrm>
          <a:prstGeom prst="rect">
            <a:avLst/>
          </a:prstGeom>
          <a:blipFill rotWithShape="1">
            <a:blip r:embed="rId3">
              <a:alphaModFix/>
            </a:blip>
            <a:stretch>
              <a:fillRect b="-1164" l="-675" r="-338" t="-2199"/>
            </a:stretch>
          </a:blipFill>
          <a:ln>
            <a:noFill/>
          </a:ln>
        </p:spPr>
        <p:txBody>
          <a:bodyPr anchorCtr="0" anchor="t" bIns="45700" lIns="91425" spcFirstLastPara="1" rIns="91425" wrap="square" tIns="45700">
            <a:normAutofit/>
          </a:bodyPr>
          <a:lstStyle/>
          <a:p>
            <a:pPr indent="-182880" lvl="0" marL="228600" rtl="0" algn="l">
              <a:lnSpc>
                <a:spcPct val="90000"/>
              </a:lnSpc>
              <a:spcBef>
                <a:spcPts val="0"/>
              </a:spcBef>
              <a:spcAft>
                <a:spcPts val="0"/>
              </a:spcAft>
              <a:buSzPts val="1760"/>
              <a:buChar char="•"/>
            </a:pPr>
            <a:r>
              <a:rPr lang="es-MX"/>
              <a:t> </a:t>
            </a:r>
            <a:endParaRPr/>
          </a:p>
        </p:txBody>
      </p:sp>
      <p:pic>
        <p:nvPicPr>
          <p:cNvPr id="487" name="Google Shape;487;p53"/>
          <p:cNvPicPr preferRelativeResize="0"/>
          <p:nvPr/>
        </p:nvPicPr>
        <p:blipFill rotWithShape="1">
          <a:blip r:embed="rId4">
            <a:alphaModFix/>
          </a:blip>
          <a:srcRect b="0" l="0" r="0" t="0"/>
          <a:stretch/>
        </p:blipFill>
        <p:spPr>
          <a:xfrm>
            <a:off x="4343400" y="3012017"/>
            <a:ext cx="3505200" cy="647700"/>
          </a:xfrm>
          <a:prstGeom prst="rect">
            <a:avLst/>
          </a:prstGeom>
          <a:noFill/>
          <a:ln>
            <a:noFill/>
          </a:ln>
        </p:spPr>
      </p:pic>
      <p:sp>
        <p:nvSpPr>
          <p:cNvPr id="488" name="Google Shape;488;p53"/>
          <p:cNvSpPr txBox="1"/>
          <p:nvPr/>
        </p:nvSpPr>
        <p:spPr>
          <a:xfrm>
            <a:off x="691892" y="484247"/>
            <a:ext cx="1043182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accent1"/>
              </a:buClr>
              <a:buSzPts val="3200"/>
              <a:buFont typeface="Rockwell"/>
              <a:buNone/>
            </a:pPr>
            <a:r>
              <a:rPr b="1" lang="es-MX" sz="3200">
                <a:solidFill>
                  <a:schemeClr val="accent1"/>
                </a:solidFill>
                <a:latin typeface="Rockwell"/>
                <a:ea typeface="Rockwell"/>
                <a:cs typeface="Rockwell"/>
                <a:sym typeface="Rockwell"/>
              </a:rPr>
              <a:t>Comparación de más de dos tratamientos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4"/>
          <p:cNvSpPr txBox="1"/>
          <p:nvPr>
            <p:ph idx="1" type="body"/>
          </p:nvPr>
        </p:nvSpPr>
        <p:spPr>
          <a:xfrm>
            <a:off x="618067" y="1486958"/>
            <a:ext cx="11176000" cy="4351338"/>
          </a:xfrm>
          <a:prstGeom prst="rect">
            <a:avLst/>
          </a:prstGeom>
          <a:blipFill rotWithShape="1">
            <a:blip r:embed="rId3">
              <a:alphaModFix/>
            </a:blip>
            <a:stretch>
              <a:fillRect b="0" l="-436" r="0" t="-1401"/>
            </a:stretch>
          </a:blipFill>
          <a:ln>
            <a:noFill/>
          </a:ln>
        </p:spPr>
        <p:txBody>
          <a:bodyPr anchorCtr="0" anchor="t" bIns="45700" lIns="91425" spcFirstLastPara="1" rIns="91425" wrap="square" tIns="45700">
            <a:normAutofit/>
          </a:bodyPr>
          <a:lstStyle/>
          <a:p>
            <a:pPr indent="-182880" lvl="0" marL="228600" rtl="0" algn="l">
              <a:lnSpc>
                <a:spcPct val="90000"/>
              </a:lnSpc>
              <a:spcBef>
                <a:spcPts val="0"/>
              </a:spcBef>
              <a:spcAft>
                <a:spcPts val="0"/>
              </a:spcAft>
              <a:buSzPts val="1760"/>
              <a:buChar char="•"/>
            </a:pPr>
            <a:r>
              <a:rPr lang="es-MX"/>
              <a:t> </a:t>
            </a:r>
            <a:endParaRPr/>
          </a:p>
        </p:txBody>
      </p:sp>
      <p:pic>
        <p:nvPicPr>
          <p:cNvPr id="494" name="Google Shape;494;p54"/>
          <p:cNvPicPr preferRelativeResize="0"/>
          <p:nvPr/>
        </p:nvPicPr>
        <p:blipFill rotWithShape="1">
          <a:blip r:embed="rId4">
            <a:alphaModFix/>
          </a:blip>
          <a:srcRect b="0" l="0" r="0" t="0"/>
          <a:stretch/>
        </p:blipFill>
        <p:spPr>
          <a:xfrm>
            <a:off x="3160183" y="1880714"/>
            <a:ext cx="5753100" cy="657225"/>
          </a:xfrm>
          <a:prstGeom prst="rect">
            <a:avLst/>
          </a:prstGeom>
          <a:noFill/>
          <a:ln>
            <a:noFill/>
          </a:ln>
        </p:spPr>
      </p:pic>
      <p:sp>
        <p:nvSpPr>
          <p:cNvPr id="495" name="Google Shape;495;p54"/>
          <p:cNvSpPr txBox="1"/>
          <p:nvPr/>
        </p:nvSpPr>
        <p:spPr>
          <a:xfrm>
            <a:off x="691892" y="484247"/>
            <a:ext cx="1043182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accent1"/>
              </a:buClr>
              <a:buSzPts val="3200"/>
              <a:buFont typeface="Rockwell"/>
              <a:buNone/>
            </a:pPr>
            <a:r>
              <a:rPr b="1" lang="es-MX" sz="3200">
                <a:solidFill>
                  <a:schemeClr val="accent1"/>
                </a:solidFill>
                <a:latin typeface="Rockwell"/>
                <a:ea typeface="Rockwell"/>
                <a:cs typeface="Rockwell"/>
                <a:sym typeface="Rockwell"/>
              </a:rPr>
              <a:t>Comparación de más de dos tratamientos</a:t>
            </a:r>
            <a:endParaRPr/>
          </a:p>
        </p:txBody>
      </p:sp>
      <p:pic>
        <p:nvPicPr>
          <p:cNvPr id="496" name="Google Shape;496;p54"/>
          <p:cNvPicPr preferRelativeResize="0"/>
          <p:nvPr/>
        </p:nvPicPr>
        <p:blipFill rotWithShape="1">
          <a:blip r:embed="rId5">
            <a:alphaModFix/>
          </a:blip>
          <a:srcRect b="0" l="0" r="0" t="0"/>
          <a:stretch/>
        </p:blipFill>
        <p:spPr>
          <a:xfrm>
            <a:off x="4403670" y="3186069"/>
            <a:ext cx="4647421" cy="2469904"/>
          </a:xfrm>
          <a:prstGeom prst="rect">
            <a:avLst/>
          </a:prstGeom>
          <a:noFill/>
          <a:ln>
            <a:noFill/>
          </a:ln>
        </p:spPr>
      </p:pic>
      <p:sp>
        <p:nvSpPr>
          <p:cNvPr id="497" name="Google Shape;497;p54"/>
          <p:cNvSpPr txBox="1"/>
          <p:nvPr/>
        </p:nvSpPr>
        <p:spPr>
          <a:xfrm>
            <a:off x="9387415" y="3166155"/>
            <a:ext cx="2319866" cy="313932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MX" sz="1800">
                <a:solidFill>
                  <a:schemeClr val="dk1"/>
                </a:solidFill>
                <a:latin typeface="Corbel"/>
                <a:ea typeface="Corbel"/>
                <a:cs typeface="Corbel"/>
                <a:sym typeface="Corbel"/>
              </a:rPr>
              <a:t>*</a:t>
            </a:r>
            <a:r>
              <a:rPr b="0" i="0" lang="es-MX" sz="1800" u="none" strike="noStrike">
                <a:solidFill>
                  <a:schemeClr val="dk1"/>
                </a:solidFill>
                <a:latin typeface="Corbel"/>
                <a:ea typeface="Corbel"/>
                <a:cs typeface="Corbel"/>
                <a:sym typeface="Corbel"/>
              </a:rPr>
              <a:t>La prueba de Tukey es menos potente que la prueba LSD, por lo que las pequeñas diferencias no son detectadas como significativas. </a:t>
            </a:r>
            <a:r>
              <a:rPr lang="es-MX" sz="1800">
                <a:solidFill>
                  <a:schemeClr val="dk1"/>
                </a:solidFill>
                <a:latin typeface="Corbel"/>
                <a:ea typeface="Corbel"/>
                <a:cs typeface="Corbel"/>
                <a:sym typeface="Corbel"/>
              </a:rPr>
              <a:t>E</a:t>
            </a:r>
            <a:r>
              <a:rPr b="0" i="0" lang="es-MX" sz="1800" u="none" strike="noStrike">
                <a:solidFill>
                  <a:schemeClr val="dk1"/>
                </a:solidFill>
                <a:latin typeface="Corbel"/>
                <a:ea typeface="Corbel"/>
                <a:cs typeface="Corbel"/>
                <a:sym typeface="Corbel"/>
              </a:rPr>
              <a:t>l riesgo de detectar una diferencia que no existe es menor con el método de Tukey.</a:t>
            </a:r>
            <a:endParaRPr sz="1800">
              <a:solidFill>
                <a:schemeClr val="dk1"/>
              </a:solidFill>
              <a:latin typeface="Corbel"/>
              <a:ea typeface="Corbel"/>
              <a:cs typeface="Corbel"/>
              <a:sym typeface="Corbel"/>
            </a:endParaRPr>
          </a:p>
        </p:txBody>
      </p:sp>
      <p:sp>
        <p:nvSpPr>
          <p:cNvPr id="498" name="Google Shape;498;p54"/>
          <p:cNvSpPr txBox="1"/>
          <p:nvPr/>
        </p:nvSpPr>
        <p:spPr>
          <a:xfrm>
            <a:off x="778933" y="6120810"/>
            <a:ext cx="943424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Corbel"/>
                <a:ea typeface="Corbel"/>
                <a:cs typeface="Corbel"/>
                <a:sym typeface="Corbel"/>
              </a:rPr>
              <a:t>*</a:t>
            </a:r>
            <a:r>
              <a:rPr b="0" i="0" lang="es-MX" sz="1800" u="none" strike="noStrike">
                <a:solidFill>
                  <a:schemeClr val="dk1"/>
                </a:solidFill>
                <a:latin typeface="Times"/>
                <a:ea typeface="Times"/>
                <a:cs typeface="Times"/>
                <a:sym typeface="Times"/>
              </a:rPr>
              <a:t>Cuando la diferencia entre dos tratamientos es clara, ambos métodos coinciden.</a:t>
            </a:r>
            <a:endParaRPr sz="1800">
              <a:solidFill>
                <a:schemeClr val="dk1"/>
              </a:solidFill>
              <a:latin typeface="Corbel"/>
              <a:ea typeface="Corbel"/>
              <a:cs typeface="Corbel"/>
              <a:sym typeface="Corbel"/>
            </a:endParaRPr>
          </a:p>
        </p:txBody>
      </p:sp>
      <p:pic>
        <p:nvPicPr>
          <p:cNvPr id="499" name="Google Shape;499;p54"/>
          <p:cNvPicPr preferRelativeResize="0"/>
          <p:nvPr/>
        </p:nvPicPr>
        <p:blipFill rotWithShape="1">
          <a:blip r:embed="rId6">
            <a:alphaModFix/>
          </a:blip>
          <a:srcRect b="0" l="0" r="0" t="0"/>
          <a:stretch/>
        </p:blipFill>
        <p:spPr>
          <a:xfrm>
            <a:off x="778933" y="3219019"/>
            <a:ext cx="3915092" cy="240400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55"/>
          <p:cNvSpPr txBox="1"/>
          <p:nvPr>
            <p:ph type="title"/>
          </p:nvPr>
        </p:nvSpPr>
        <p:spPr>
          <a:xfrm>
            <a:off x="1143000" y="609600"/>
            <a:ext cx="9875520" cy="135636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orbel"/>
              <a:buNone/>
            </a:pPr>
            <a:r>
              <a:rPr lang="es-MX"/>
              <a:t>En R</a:t>
            </a:r>
            <a:endParaRPr/>
          </a:p>
        </p:txBody>
      </p:sp>
      <p:sp>
        <p:nvSpPr>
          <p:cNvPr id="505" name="Google Shape;505;p55"/>
          <p:cNvSpPr txBox="1"/>
          <p:nvPr>
            <p:ph idx="1" type="body"/>
          </p:nvPr>
        </p:nvSpPr>
        <p:spPr>
          <a:xfrm>
            <a:off x="1143000" y="2057400"/>
            <a:ext cx="9872871" cy="4038600"/>
          </a:xfrm>
          <a:prstGeom prst="rect">
            <a:avLst/>
          </a:prstGeom>
          <a:noFill/>
          <a:ln>
            <a:noFill/>
          </a:ln>
        </p:spPr>
        <p:txBody>
          <a:bodyPr anchorCtr="0" anchor="t" bIns="45700" lIns="91425" spcFirstLastPara="1" rIns="91425" wrap="square" tIns="45700">
            <a:normAutofit/>
          </a:bodyPr>
          <a:lstStyle/>
          <a:p>
            <a:pPr indent="0" lvl="0" marL="45720" rtl="0" algn="l">
              <a:lnSpc>
                <a:spcPct val="90000"/>
              </a:lnSpc>
              <a:spcBef>
                <a:spcPts val="0"/>
              </a:spcBef>
              <a:spcAft>
                <a:spcPts val="0"/>
              </a:spcAft>
              <a:buSzPts val="1760"/>
              <a:buNone/>
            </a:pPr>
            <a:r>
              <a:rPr lang="es-MX"/>
              <a:t>TukeyHSD(modelo)</a:t>
            </a:r>
            <a:endParaRPr/>
          </a:p>
          <a:p>
            <a:pPr indent="0" lvl="0" marL="45720" rtl="0" algn="l">
              <a:lnSpc>
                <a:spcPct val="90000"/>
              </a:lnSpc>
              <a:spcBef>
                <a:spcPts val="1400"/>
              </a:spcBef>
              <a:spcAft>
                <a:spcPts val="0"/>
              </a:spcAft>
              <a:buSzPts val="1760"/>
              <a:buNone/>
            </a:pPr>
            <a:r>
              <a:t/>
            </a:r>
            <a:endParaRPr/>
          </a:p>
          <a:p>
            <a:pPr indent="0" lvl="0" marL="45720" rtl="0" algn="l">
              <a:lnSpc>
                <a:spcPct val="90000"/>
              </a:lnSpc>
              <a:spcBef>
                <a:spcPts val="1400"/>
              </a:spcBef>
              <a:spcAft>
                <a:spcPts val="0"/>
              </a:spcAft>
              <a:buSzPts val="1760"/>
              <a:buNone/>
            </a:pPr>
            <a:r>
              <a:t/>
            </a:r>
            <a:endParaRPr/>
          </a:p>
        </p:txBody>
      </p:sp>
      <p:pic>
        <p:nvPicPr>
          <p:cNvPr id="506" name="Google Shape;506;p55"/>
          <p:cNvPicPr preferRelativeResize="0"/>
          <p:nvPr/>
        </p:nvPicPr>
        <p:blipFill rotWithShape="1">
          <a:blip r:embed="rId3">
            <a:alphaModFix/>
          </a:blip>
          <a:srcRect b="0" l="0" r="0" t="0"/>
          <a:stretch/>
        </p:blipFill>
        <p:spPr>
          <a:xfrm>
            <a:off x="1270166" y="2772689"/>
            <a:ext cx="4962013" cy="2608021"/>
          </a:xfrm>
          <a:prstGeom prst="rect">
            <a:avLst/>
          </a:prstGeom>
          <a:noFill/>
          <a:ln>
            <a:noFill/>
          </a:ln>
        </p:spPr>
      </p:pic>
      <p:pic>
        <p:nvPicPr>
          <p:cNvPr id="507" name="Google Shape;507;p55"/>
          <p:cNvPicPr preferRelativeResize="0"/>
          <p:nvPr/>
        </p:nvPicPr>
        <p:blipFill rotWithShape="1">
          <a:blip r:embed="rId4">
            <a:alphaModFix/>
          </a:blip>
          <a:srcRect b="0" l="0" r="0" t="0"/>
          <a:stretch/>
        </p:blipFill>
        <p:spPr>
          <a:xfrm>
            <a:off x="6633710" y="3489156"/>
            <a:ext cx="4837311" cy="18338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56"/>
          <p:cNvSpPr txBox="1"/>
          <p:nvPr>
            <p:ph idx="1" type="body"/>
          </p:nvPr>
        </p:nvSpPr>
        <p:spPr>
          <a:xfrm>
            <a:off x="838200" y="1481667"/>
            <a:ext cx="10515600" cy="5088466"/>
          </a:xfrm>
          <a:prstGeom prst="rect">
            <a:avLst/>
          </a:prstGeom>
          <a:blipFill rotWithShape="1">
            <a:blip r:embed="rId3">
              <a:alphaModFix/>
            </a:blip>
            <a:stretch>
              <a:fillRect b="0" l="-522" r="-464" t="-1677"/>
            </a:stretch>
          </a:blipFill>
          <a:ln>
            <a:noFill/>
          </a:ln>
        </p:spPr>
        <p:txBody>
          <a:bodyPr anchorCtr="0" anchor="t" bIns="45700" lIns="91425" spcFirstLastPara="1" rIns="91425" wrap="square" tIns="45700">
            <a:normAutofit/>
          </a:bodyPr>
          <a:lstStyle/>
          <a:p>
            <a:pPr indent="-182880" lvl="0" marL="228600" rtl="0" algn="l">
              <a:lnSpc>
                <a:spcPct val="90000"/>
              </a:lnSpc>
              <a:spcBef>
                <a:spcPts val="0"/>
              </a:spcBef>
              <a:spcAft>
                <a:spcPts val="0"/>
              </a:spcAft>
              <a:buSzPts val="1760"/>
              <a:buChar char="•"/>
            </a:pPr>
            <a:r>
              <a:rPr lang="es-MX"/>
              <a:t> </a:t>
            </a:r>
            <a:endParaRPr/>
          </a:p>
        </p:txBody>
      </p:sp>
      <p:pic>
        <p:nvPicPr>
          <p:cNvPr id="513" name="Google Shape;513;p56"/>
          <p:cNvPicPr preferRelativeResize="0"/>
          <p:nvPr/>
        </p:nvPicPr>
        <p:blipFill rotWithShape="1">
          <a:blip r:embed="rId4">
            <a:alphaModFix/>
          </a:blip>
          <a:srcRect b="0" l="0" r="0" t="0"/>
          <a:stretch/>
        </p:blipFill>
        <p:spPr>
          <a:xfrm>
            <a:off x="3984095" y="2466976"/>
            <a:ext cx="2990850" cy="657225"/>
          </a:xfrm>
          <a:prstGeom prst="rect">
            <a:avLst/>
          </a:prstGeom>
          <a:noFill/>
          <a:ln>
            <a:noFill/>
          </a:ln>
        </p:spPr>
      </p:pic>
      <p:pic>
        <p:nvPicPr>
          <p:cNvPr id="514" name="Google Shape;514;p56"/>
          <p:cNvPicPr preferRelativeResize="0"/>
          <p:nvPr/>
        </p:nvPicPr>
        <p:blipFill rotWithShape="1">
          <a:blip r:embed="rId5">
            <a:alphaModFix/>
          </a:blip>
          <a:srcRect b="0" l="0" r="0" t="0"/>
          <a:stretch/>
        </p:blipFill>
        <p:spPr>
          <a:xfrm>
            <a:off x="4188883" y="3623734"/>
            <a:ext cx="2581275" cy="952500"/>
          </a:xfrm>
          <a:prstGeom prst="rect">
            <a:avLst/>
          </a:prstGeom>
          <a:noFill/>
          <a:ln>
            <a:noFill/>
          </a:ln>
        </p:spPr>
      </p:pic>
      <p:sp>
        <p:nvSpPr>
          <p:cNvPr id="515" name="Google Shape;515;p56"/>
          <p:cNvSpPr txBox="1"/>
          <p:nvPr/>
        </p:nvSpPr>
        <p:spPr>
          <a:xfrm>
            <a:off x="691892" y="484247"/>
            <a:ext cx="1043182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accent1"/>
              </a:buClr>
              <a:buSzPts val="3200"/>
              <a:buFont typeface="Rockwell"/>
              <a:buNone/>
            </a:pPr>
            <a:r>
              <a:rPr b="1" lang="es-MX" sz="3200">
                <a:solidFill>
                  <a:schemeClr val="accent1"/>
                </a:solidFill>
                <a:latin typeface="Rockwell"/>
                <a:ea typeface="Rockwell"/>
                <a:cs typeface="Rockwell"/>
                <a:sym typeface="Rockwell"/>
              </a:rPr>
              <a:t>Comparación de más de dos tratamientos</a:t>
            </a:r>
            <a:endParaRPr/>
          </a:p>
        </p:txBody>
      </p:sp>
      <p:pic>
        <p:nvPicPr>
          <p:cNvPr id="516" name="Google Shape;516;p56"/>
          <p:cNvPicPr preferRelativeResize="0"/>
          <p:nvPr/>
        </p:nvPicPr>
        <p:blipFill rotWithShape="1">
          <a:blip r:embed="rId6">
            <a:alphaModFix/>
          </a:blip>
          <a:srcRect b="0" l="0" r="0" t="0"/>
          <a:stretch/>
        </p:blipFill>
        <p:spPr>
          <a:xfrm>
            <a:off x="7671329" y="3623734"/>
            <a:ext cx="2781300" cy="1000125"/>
          </a:xfrm>
          <a:prstGeom prst="rect">
            <a:avLst/>
          </a:prstGeom>
          <a:noFill/>
          <a:ln>
            <a:noFill/>
          </a:ln>
        </p:spPr>
      </p:pic>
      <p:sp>
        <p:nvSpPr>
          <p:cNvPr id="517" name="Google Shape;517;p56"/>
          <p:cNvSpPr/>
          <p:nvPr/>
        </p:nvSpPr>
        <p:spPr>
          <a:xfrm>
            <a:off x="6858000" y="4025900"/>
            <a:ext cx="694267" cy="351367"/>
          </a:xfrm>
          <a:prstGeom prst="rightArrow">
            <a:avLst>
              <a:gd fmla="val 50000" name="adj1"/>
              <a:gd fmla="val 50000" name="adj2"/>
            </a:avLst>
          </a:prstGeom>
          <a:solidFill>
            <a:schemeClr val="accent1"/>
          </a:solidFill>
          <a:ln cap="flat" cmpd="sng" w="19050">
            <a:solidFill>
              <a:srgbClr val="7985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57"/>
          <p:cNvSpPr txBox="1"/>
          <p:nvPr>
            <p:ph idx="1" type="body"/>
          </p:nvPr>
        </p:nvSpPr>
        <p:spPr>
          <a:xfrm>
            <a:off x="814086" y="1581873"/>
            <a:ext cx="10201800" cy="4514100"/>
          </a:xfrm>
          <a:prstGeom prst="rect">
            <a:avLst/>
          </a:prstGeom>
          <a:blipFill rotWithShape="1">
            <a:blip r:embed="rId3">
              <a:alphaModFix/>
            </a:blip>
            <a:stretch>
              <a:fillRect b="0" l="-538" r="-478" t="-1215"/>
            </a:stretch>
          </a:blipFill>
          <a:ln>
            <a:noFill/>
          </a:ln>
        </p:spPr>
        <p:txBody>
          <a:bodyPr anchorCtr="0" anchor="t" bIns="45700" lIns="91425" spcFirstLastPara="1" rIns="91425" wrap="square" tIns="45700">
            <a:normAutofit/>
          </a:bodyPr>
          <a:lstStyle/>
          <a:p>
            <a:pPr indent="-182880" lvl="0" marL="228600" rtl="0" algn="l">
              <a:lnSpc>
                <a:spcPct val="90000"/>
              </a:lnSpc>
              <a:spcBef>
                <a:spcPts val="0"/>
              </a:spcBef>
              <a:spcAft>
                <a:spcPts val="0"/>
              </a:spcAft>
              <a:buSzPts val="1760"/>
              <a:buChar char="•"/>
            </a:pPr>
            <a:r>
              <a:rPr lang="es-MX"/>
              <a:t> </a:t>
            </a:r>
            <a:endParaRPr/>
          </a:p>
        </p:txBody>
      </p:sp>
      <p:sp>
        <p:nvSpPr>
          <p:cNvPr id="523" name="Google Shape;523;p57"/>
          <p:cNvSpPr txBox="1"/>
          <p:nvPr/>
        </p:nvSpPr>
        <p:spPr>
          <a:xfrm>
            <a:off x="691892" y="484247"/>
            <a:ext cx="1043182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accent1"/>
              </a:buClr>
              <a:buSzPts val="3200"/>
              <a:buFont typeface="Rockwell"/>
              <a:buNone/>
            </a:pPr>
            <a:r>
              <a:rPr b="1" lang="es-MX" sz="3200">
                <a:solidFill>
                  <a:schemeClr val="accent1"/>
                </a:solidFill>
                <a:latin typeface="Rockwell"/>
                <a:ea typeface="Rockwell"/>
                <a:cs typeface="Rockwell"/>
                <a:sym typeface="Rockwell"/>
              </a:rPr>
              <a:t>Comparación de más de dos tratamientos</a:t>
            </a:r>
            <a:endParaRPr/>
          </a:p>
        </p:txBody>
      </p:sp>
      <p:pic>
        <p:nvPicPr>
          <p:cNvPr id="524" name="Google Shape;524;p57"/>
          <p:cNvPicPr preferRelativeResize="0"/>
          <p:nvPr/>
        </p:nvPicPr>
        <p:blipFill rotWithShape="1">
          <a:blip r:embed="rId4">
            <a:alphaModFix/>
          </a:blip>
          <a:srcRect b="0" l="0" r="0" t="0"/>
          <a:stretch/>
        </p:blipFill>
        <p:spPr>
          <a:xfrm>
            <a:off x="3084386" y="4532806"/>
            <a:ext cx="5029200" cy="1038225"/>
          </a:xfrm>
          <a:prstGeom prst="rect">
            <a:avLst/>
          </a:prstGeom>
          <a:noFill/>
          <a:ln>
            <a:noFill/>
          </a:ln>
        </p:spPr>
      </p:pic>
      <p:sp>
        <p:nvSpPr>
          <p:cNvPr id="525" name="Google Shape;525;p57"/>
          <p:cNvSpPr txBox="1"/>
          <p:nvPr/>
        </p:nvSpPr>
        <p:spPr>
          <a:xfrm>
            <a:off x="973667" y="5799667"/>
            <a:ext cx="994833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MX" sz="1800" u="none" strike="noStrike">
                <a:solidFill>
                  <a:schemeClr val="dk1"/>
                </a:solidFill>
                <a:latin typeface="Corbel"/>
                <a:ea typeface="Corbel"/>
                <a:cs typeface="Corbel"/>
                <a:sym typeface="Corbel"/>
              </a:rPr>
              <a:t>*Por lo tanto, </a:t>
            </a:r>
            <a:r>
              <a:rPr b="0" i="1" lang="es-MX" sz="1800" u="none" strike="noStrike">
                <a:solidFill>
                  <a:schemeClr val="dk1"/>
                </a:solidFill>
                <a:latin typeface="Corbel"/>
                <a:ea typeface="Corbel"/>
                <a:cs typeface="Corbel"/>
                <a:sym typeface="Corbel"/>
              </a:rPr>
              <a:t>n </a:t>
            </a:r>
            <a:r>
              <a:rPr b="0" i="0" lang="es-MX" sz="1800" u="none" strike="noStrike">
                <a:solidFill>
                  <a:schemeClr val="dk1"/>
                </a:solidFill>
                <a:latin typeface="Corbel"/>
                <a:ea typeface="Corbel"/>
                <a:cs typeface="Corbel"/>
                <a:sym typeface="Corbel"/>
              </a:rPr>
              <a:t>= 5 se debería utilizar como tamaño de muestra (número de pruebas por tratamiento).</a:t>
            </a:r>
            <a:endParaRPr sz="1800">
              <a:solidFill>
                <a:schemeClr val="dk1"/>
              </a:solidFill>
              <a:latin typeface="Corbel"/>
              <a:ea typeface="Corbel"/>
              <a:cs typeface="Corbel"/>
              <a:sym typeface="Corbe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58"/>
          <p:cNvSpPr txBox="1"/>
          <p:nvPr>
            <p:ph idx="1" type="body"/>
          </p:nvPr>
        </p:nvSpPr>
        <p:spPr>
          <a:xfrm>
            <a:off x="838200" y="1253329"/>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440"/>
              <a:buNone/>
            </a:pPr>
            <a:r>
              <a:rPr b="1" i="0" lang="es-MX" sz="1800" u="none" strike="noStrike">
                <a:solidFill>
                  <a:schemeClr val="dk1"/>
                </a:solidFill>
                <a:latin typeface="Rockwell"/>
                <a:ea typeface="Rockwell"/>
                <a:cs typeface="Rockwell"/>
                <a:sym typeface="Rockwell"/>
              </a:rPr>
              <a:t>Verificación de los supuestos del modelo:</a:t>
            </a:r>
            <a:endParaRPr/>
          </a:p>
          <a:p>
            <a:pPr indent="0" lvl="0" marL="0" rtl="0" algn="l">
              <a:lnSpc>
                <a:spcPct val="90000"/>
              </a:lnSpc>
              <a:spcBef>
                <a:spcPts val="1400"/>
              </a:spcBef>
              <a:spcAft>
                <a:spcPts val="0"/>
              </a:spcAft>
              <a:buSzPts val="1440"/>
              <a:buNone/>
            </a:pPr>
            <a:r>
              <a:rPr b="0" i="0" lang="es-MX" sz="1800" u="none" strike="noStrike">
                <a:solidFill>
                  <a:schemeClr val="dk1"/>
                </a:solidFill>
                <a:latin typeface="Rockwell"/>
                <a:ea typeface="Rockwell"/>
                <a:cs typeface="Rockwell"/>
                <a:sym typeface="Rockwell"/>
              </a:rPr>
              <a:t>La validez de los resultados obtenidos en cualquier análisis de varianza queda supeditado a que los supuestos del modelo se cumplan. Estos supuestos son: </a:t>
            </a:r>
            <a:endParaRPr/>
          </a:p>
          <a:p>
            <a:pPr indent="0" lvl="0" marL="0" rtl="0" algn="l">
              <a:lnSpc>
                <a:spcPct val="90000"/>
              </a:lnSpc>
              <a:spcBef>
                <a:spcPts val="1400"/>
              </a:spcBef>
              <a:spcAft>
                <a:spcPts val="0"/>
              </a:spcAft>
              <a:buSzPts val="1440"/>
              <a:buNone/>
            </a:pPr>
            <a:r>
              <a:t/>
            </a:r>
            <a:endParaRPr b="0" i="0" sz="1800" u="none" strike="noStrike">
              <a:solidFill>
                <a:schemeClr val="dk1"/>
              </a:solidFill>
              <a:latin typeface="Rockwell"/>
              <a:ea typeface="Rockwell"/>
              <a:cs typeface="Rockwell"/>
              <a:sym typeface="Rockwell"/>
            </a:endParaRPr>
          </a:p>
          <a:p>
            <a:pPr indent="0" lvl="0" marL="0" rtl="0" algn="just">
              <a:lnSpc>
                <a:spcPct val="90000"/>
              </a:lnSpc>
              <a:spcBef>
                <a:spcPts val="1400"/>
              </a:spcBef>
              <a:spcAft>
                <a:spcPts val="0"/>
              </a:spcAft>
              <a:buSzPts val="1440"/>
              <a:buNone/>
            </a:pPr>
            <a:r>
              <a:rPr i="1" lang="es-MX" sz="1800">
                <a:solidFill>
                  <a:schemeClr val="dk1"/>
                </a:solidFill>
                <a:latin typeface="Rockwell"/>
                <a:ea typeface="Rockwell"/>
                <a:cs typeface="Rockwell"/>
                <a:sym typeface="Rockwell"/>
              </a:rPr>
              <a:t>-N</a:t>
            </a:r>
            <a:r>
              <a:rPr b="0" i="1" lang="es-MX" sz="1800" u="none" strike="noStrike">
                <a:solidFill>
                  <a:schemeClr val="dk1"/>
                </a:solidFill>
                <a:latin typeface="Rockwell"/>
                <a:ea typeface="Rockwell"/>
                <a:cs typeface="Rockwell"/>
                <a:sym typeface="Rockwell"/>
              </a:rPr>
              <a:t>ormalidad</a:t>
            </a:r>
            <a:endParaRPr b="0" i="0" sz="1800" u="none" strike="noStrike">
              <a:solidFill>
                <a:schemeClr val="dk1"/>
              </a:solidFill>
              <a:latin typeface="Rockwell"/>
              <a:ea typeface="Rockwell"/>
              <a:cs typeface="Rockwell"/>
              <a:sym typeface="Rockwell"/>
            </a:endParaRPr>
          </a:p>
          <a:p>
            <a:pPr indent="0" lvl="0" marL="0" rtl="0" algn="just">
              <a:lnSpc>
                <a:spcPct val="90000"/>
              </a:lnSpc>
              <a:spcBef>
                <a:spcPts val="1400"/>
              </a:spcBef>
              <a:spcAft>
                <a:spcPts val="0"/>
              </a:spcAft>
              <a:buSzPts val="1440"/>
              <a:buNone/>
            </a:pPr>
            <a:r>
              <a:rPr i="1" lang="es-MX" sz="1800">
                <a:solidFill>
                  <a:schemeClr val="dk1"/>
                </a:solidFill>
                <a:latin typeface="Rockwell"/>
                <a:ea typeface="Rockwell"/>
                <a:cs typeface="Rockwell"/>
                <a:sym typeface="Rockwell"/>
              </a:rPr>
              <a:t>-V</a:t>
            </a:r>
            <a:r>
              <a:rPr b="0" i="1" lang="es-MX" sz="1800" u="none" strike="noStrike">
                <a:solidFill>
                  <a:schemeClr val="dk1"/>
                </a:solidFill>
                <a:latin typeface="Rockwell"/>
                <a:ea typeface="Rockwell"/>
                <a:cs typeface="Rockwell"/>
                <a:sym typeface="Rockwell"/>
              </a:rPr>
              <a:t>arianza constante </a:t>
            </a:r>
            <a:r>
              <a:rPr b="0" i="0" lang="es-MX" sz="1800" u="none" strike="noStrike">
                <a:solidFill>
                  <a:schemeClr val="dk1"/>
                </a:solidFill>
                <a:latin typeface="Rockwell"/>
                <a:ea typeface="Rockwell"/>
                <a:cs typeface="Rockwell"/>
                <a:sym typeface="Rockwell"/>
              </a:rPr>
              <a:t>(</a:t>
            </a:r>
            <a:r>
              <a:rPr b="0" i="1" lang="es-MX" sz="1800" u="none" strike="noStrike">
                <a:solidFill>
                  <a:schemeClr val="dk1"/>
                </a:solidFill>
                <a:latin typeface="Rockwell"/>
                <a:ea typeface="Rockwell"/>
                <a:cs typeface="Rockwell"/>
                <a:sym typeface="Rockwell"/>
              </a:rPr>
              <a:t>igual varianza de los tratamientos</a:t>
            </a:r>
            <a:r>
              <a:rPr b="0" i="0" lang="es-MX" sz="1800" u="none" strike="noStrike">
                <a:solidFill>
                  <a:schemeClr val="dk1"/>
                </a:solidFill>
                <a:latin typeface="Rockwell"/>
                <a:ea typeface="Rockwell"/>
                <a:cs typeface="Rockwell"/>
                <a:sym typeface="Rockwell"/>
              </a:rPr>
              <a:t>) </a:t>
            </a:r>
            <a:endParaRPr/>
          </a:p>
          <a:p>
            <a:pPr indent="0" lvl="0" marL="0" rtl="0" algn="just">
              <a:lnSpc>
                <a:spcPct val="90000"/>
              </a:lnSpc>
              <a:spcBef>
                <a:spcPts val="1400"/>
              </a:spcBef>
              <a:spcAft>
                <a:spcPts val="0"/>
              </a:spcAft>
              <a:buSzPts val="1440"/>
              <a:buNone/>
            </a:pPr>
            <a:r>
              <a:rPr lang="es-MX" sz="1800">
                <a:solidFill>
                  <a:schemeClr val="dk1"/>
                </a:solidFill>
                <a:latin typeface="Rockwell"/>
                <a:ea typeface="Rockwell"/>
                <a:cs typeface="Rockwell"/>
                <a:sym typeface="Rockwell"/>
              </a:rPr>
              <a:t>-I</a:t>
            </a:r>
            <a:r>
              <a:rPr b="0" i="1" lang="es-MX" sz="1800" u="none" strike="noStrike">
                <a:solidFill>
                  <a:schemeClr val="dk1"/>
                </a:solidFill>
                <a:latin typeface="Rockwell"/>
                <a:ea typeface="Rockwell"/>
                <a:cs typeface="Rockwell"/>
                <a:sym typeface="Rockwell"/>
              </a:rPr>
              <a:t>ndependencia</a:t>
            </a:r>
            <a:endParaRPr/>
          </a:p>
          <a:p>
            <a:pPr indent="0" lvl="0" marL="0" rtl="0" algn="l">
              <a:lnSpc>
                <a:spcPct val="90000"/>
              </a:lnSpc>
              <a:spcBef>
                <a:spcPts val="1400"/>
              </a:spcBef>
              <a:spcAft>
                <a:spcPts val="0"/>
              </a:spcAft>
              <a:buSzPts val="1440"/>
              <a:buNone/>
            </a:pPr>
            <a:r>
              <a:t/>
            </a:r>
            <a:endParaRPr i="1" sz="1800">
              <a:solidFill>
                <a:schemeClr val="dk1"/>
              </a:solidFill>
              <a:latin typeface="Rockwell"/>
              <a:ea typeface="Rockwell"/>
              <a:cs typeface="Rockwell"/>
              <a:sym typeface="Rockwell"/>
            </a:endParaRPr>
          </a:p>
          <a:p>
            <a:pPr indent="0" lvl="0" marL="0" rtl="0" algn="l">
              <a:lnSpc>
                <a:spcPct val="90000"/>
              </a:lnSpc>
              <a:spcBef>
                <a:spcPts val="1400"/>
              </a:spcBef>
              <a:spcAft>
                <a:spcPts val="0"/>
              </a:spcAft>
              <a:buSzPts val="1440"/>
              <a:buNone/>
            </a:pPr>
            <a:r>
              <a:rPr b="0" i="1" lang="es-MX" sz="1800" u="none" strike="noStrike">
                <a:solidFill>
                  <a:schemeClr val="dk1"/>
                </a:solidFill>
                <a:latin typeface="Rockwell"/>
                <a:ea typeface="Rockwell"/>
                <a:cs typeface="Rockwell"/>
                <a:sym typeface="Rockwell"/>
              </a:rPr>
              <a:t>L</a:t>
            </a:r>
            <a:r>
              <a:rPr b="0" i="0" lang="es-MX" sz="1800" u="none" strike="noStrike">
                <a:solidFill>
                  <a:schemeClr val="dk1"/>
                </a:solidFill>
                <a:latin typeface="Rockwell"/>
                <a:ea typeface="Rockwell"/>
                <a:cs typeface="Rockwell"/>
                <a:sym typeface="Rockwell"/>
              </a:rPr>
              <a:t>a respuesta (</a:t>
            </a:r>
            <a:r>
              <a:rPr b="0" i="1" lang="es-MX" sz="1800" u="none" strike="noStrike">
                <a:solidFill>
                  <a:schemeClr val="dk1"/>
                </a:solidFill>
                <a:latin typeface="Rockwell"/>
                <a:ea typeface="Rockwell"/>
                <a:cs typeface="Rockwell"/>
                <a:sym typeface="Rockwell"/>
              </a:rPr>
              <a:t>Y </a:t>
            </a:r>
            <a:r>
              <a:rPr b="0" i="0" lang="es-MX" sz="1800" u="none" strike="noStrike">
                <a:solidFill>
                  <a:schemeClr val="dk1"/>
                </a:solidFill>
                <a:latin typeface="Rockwell"/>
                <a:ea typeface="Rockwell"/>
                <a:cs typeface="Rockwell"/>
                <a:sym typeface="Rockwell"/>
              </a:rPr>
              <a:t>) se debe distribuir de manera normal, con la misma varianza en cada tratamiento y las mediciones deben ser independientes. </a:t>
            </a:r>
            <a:endParaRPr/>
          </a:p>
          <a:p>
            <a:pPr indent="0" lvl="0" marL="0" rtl="0" algn="l">
              <a:lnSpc>
                <a:spcPct val="90000"/>
              </a:lnSpc>
              <a:spcBef>
                <a:spcPts val="1400"/>
              </a:spcBef>
              <a:spcAft>
                <a:spcPts val="0"/>
              </a:spcAft>
              <a:buSzPts val="1440"/>
              <a:buNone/>
            </a:pPr>
            <a:r>
              <a:rPr b="0" i="0" lang="es-MX" sz="1800" u="none" strike="noStrike">
                <a:solidFill>
                  <a:schemeClr val="dk1"/>
                </a:solidFill>
                <a:latin typeface="Rockwell"/>
                <a:ea typeface="Rockwell"/>
                <a:cs typeface="Rockwell"/>
                <a:sym typeface="Rockwell"/>
              </a:rPr>
              <a:t>Estos supuestos sobre </a:t>
            </a:r>
            <a:r>
              <a:rPr b="0" i="1" lang="es-MX" sz="1800" u="none" strike="noStrike">
                <a:solidFill>
                  <a:schemeClr val="dk1"/>
                </a:solidFill>
                <a:latin typeface="Rockwell"/>
                <a:ea typeface="Rockwell"/>
                <a:cs typeface="Rockwell"/>
                <a:sym typeface="Rockwell"/>
              </a:rPr>
              <a:t>Y </a:t>
            </a:r>
            <a:r>
              <a:rPr b="0" i="0" lang="es-MX" sz="1800" u="none" strike="noStrike">
                <a:solidFill>
                  <a:schemeClr val="dk1"/>
                </a:solidFill>
                <a:latin typeface="Rockwell"/>
                <a:ea typeface="Rockwell"/>
                <a:cs typeface="Rockwell"/>
                <a:sym typeface="Rockwell"/>
              </a:rPr>
              <a:t>se traducen en supuestos sobre el término error (e) en el modelo.</a:t>
            </a:r>
            <a:endParaRPr>
              <a:solidFill>
                <a:schemeClr val="dk1"/>
              </a:solidFill>
              <a:latin typeface="Rockwell"/>
              <a:ea typeface="Rockwell"/>
              <a:cs typeface="Rockwell"/>
              <a:sym typeface="Rockwell"/>
            </a:endParaRPr>
          </a:p>
        </p:txBody>
      </p:sp>
      <p:sp>
        <p:nvSpPr>
          <p:cNvPr id="531" name="Google Shape;531;p58"/>
          <p:cNvSpPr txBox="1"/>
          <p:nvPr/>
        </p:nvSpPr>
        <p:spPr>
          <a:xfrm>
            <a:off x="691892" y="484247"/>
            <a:ext cx="1043182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accent1"/>
              </a:buClr>
              <a:buSzPts val="3200"/>
              <a:buFont typeface="Rockwell"/>
              <a:buNone/>
            </a:pPr>
            <a:r>
              <a:rPr b="1" lang="es-MX" sz="3200">
                <a:solidFill>
                  <a:schemeClr val="accent1"/>
                </a:solidFill>
                <a:latin typeface="Rockwell"/>
                <a:ea typeface="Rockwell"/>
                <a:cs typeface="Rockwell"/>
                <a:sym typeface="Rockwell"/>
              </a:rPr>
              <a:t>Comparación de más de dos tratamientos</a:t>
            </a:r>
            <a:endParaRPr/>
          </a:p>
        </p:txBody>
      </p:sp>
      <p:sp>
        <p:nvSpPr>
          <p:cNvPr id="532" name="Google Shape;532;p58"/>
          <p:cNvSpPr txBox="1"/>
          <p:nvPr/>
        </p:nvSpPr>
        <p:spPr>
          <a:xfrm>
            <a:off x="615692" y="5596466"/>
            <a:ext cx="11085241"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MX" sz="1800" u="none" strike="noStrike">
                <a:solidFill>
                  <a:schemeClr val="dk1"/>
                </a:solidFill>
                <a:latin typeface="Corbel"/>
                <a:ea typeface="Corbel"/>
                <a:cs typeface="Corbel"/>
                <a:sym typeface="Corbel"/>
              </a:rPr>
              <a:t>*Se usa la muestra de </a:t>
            </a:r>
            <a:r>
              <a:rPr b="0" i="1" lang="es-MX" sz="1800" u="none" strike="noStrike">
                <a:solidFill>
                  <a:schemeClr val="dk1"/>
                </a:solidFill>
                <a:latin typeface="Corbel"/>
                <a:ea typeface="Corbel"/>
                <a:cs typeface="Corbel"/>
                <a:sym typeface="Corbel"/>
              </a:rPr>
              <a:t>residuos </a:t>
            </a:r>
            <a:r>
              <a:rPr b="0" i="0" lang="es-MX" sz="1800" u="none" strike="noStrike">
                <a:solidFill>
                  <a:schemeClr val="dk1"/>
                </a:solidFill>
                <a:latin typeface="Corbel"/>
                <a:ea typeface="Corbel"/>
                <a:cs typeface="Corbel"/>
                <a:sym typeface="Corbel"/>
              </a:rPr>
              <a:t>para comprobar los supuestos del modelo, ya que si los supuestos se cumplen, los residuos o residuales se pueden ver como una muestra aleatoria de una distribución normal con media cero y varianza constante. </a:t>
            </a:r>
            <a:endParaRPr sz="1800">
              <a:solidFill>
                <a:schemeClr val="dk1"/>
              </a:solidFill>
              <a:latin typeface="Corbel"/>
              <a:ea typeface="Corbel"/>
              <a:cs typeface="Corbel"/>
              <a:sym typeface="Corbe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59"/>
          <p:cNvSpPr txBox="1"/>
          <p:nvPr>
            <p:ph idx="1" type="body"/>
          </p:nvPr>
        </p:nvSpPr>
        <p:spPr>
          <a:xfrm>
            <a:off x="1143000" y="2057400"/>
            <a:ext cx="9872871" cy="4038600"/>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SzPts val="1440"/>
              <a:buNone/>
            </a:pPr>
            <a:r>
              <a:rPr b="0" i="0" lang="es-MX" sz="1800" u="none" strike="noStrike">
                <a:solidFill>
                  <a:schemeClr val="dk1"/>
                </a:solidFill>
                <a:latin typeface="Rockwell"/>
                <a:ea typeface="Rockwell"/>
                <a:cs typeface="Rockwell"/>
                <a:sym typeface="Rockwell"/>
              </a:rPr>
              <a:t>Cuando se realiza el ANOVA, y sólo cuando éste resulta significativo, entonces se procede a estimar el modelo ajustado dado por:</a:t>
            </a:r>
            <a:endParaRPr/>
          </a:p>
          <a:p>
            <a:pPr indent="0" lvl="0" marL="0" rtl="0" algn="just">
              <a:lnSpc>
                <a:spcPct val="90000"/>
              </a:lnSpc>
              <a:spcBef>
                <a:spcPts val="1400"/>
              </a:spcBef>
              <a:spcAft>
                <a:spcPts val="0"/>
              </a:spcAft>
              <a:buSzPts val="1440"/>
              <a:buNone/>
            </a:pPr>
            <a:r>
              <a:t/>
            </a:r>
            <a:endParaRPr sz="1800">
              <a:solidFill>
                <a:schemeClr val="dk1"/>
              </a:solidFill>
              <a:latin typeface="Rockwell"/>
              <a:ea typeface="Rockwell"/>
              <a:cs typeface="Rockwell"/>
              <a:sym typeface="Rockwell"/>
            </a:endParaRPr>
          </a:p>
          <a:p>
            <a:pPr indent="0" lvl="0" marL="0" rtl="0" algn="just">
              <a:lnSpc>
                <a:spcPct val="90000"/>
              </a:lnSpc>
              <a:spcBef>
                <a:spcPts val="1400"/>
              </a:spcBef>
              <a:spcAft>
                <a:spcPts val="0"/>
              </a:spcAft>
              <a:buSzPts val="1440"/>
              <a:buNone/>
            </a:pPr>
            <a:r>
              <a:t/>
            </a:r>
            <a:endParaRPr sz="1800">
              <a:solidFill>
                <a:schemeClr val="dk1"/>
              </a:solidFill>
              <a:latin typeface="Rockwell"/>
              <a:ea typeface="Rockwell"/>
              <a:cs typeface="Rockwell"/>
              <a:sym typeface="Rockwell"/>
            </a:endParaRPr>
          </a:p>
          <a:p>
            <a:pPr indent="0" lvl="0" marL="0" rtl="0" algn="just">
              <a:lnSpc>
                <a:spcPct val="90000"/>
              </a:lnSpc>
              <a:spcBef>
                <a:spcPts val="1400"/>
              </a:spcBef>
              <a:spcAft>
                <a:spcPts val="0"/>
              </a:spcAft>
              <a:buSzPts val="1440"/>
              <a:buNone/>
            </a:pPr>
            <a:r>
              <a:t/>
            </a:r>
            <a:endParaRPr sz="1800">
              <a:solidFill>
                <a:schemeClr val="dk1"/>
              </a:solidFill>
              <a:latin typeface="Rockwell"/>
              <a:ea typeface="Rockwell"/>
              <a:cs typeface="Rockwell"/>
              <a:sym typeface="Rockwell"/>
            </a:endParaRPr>
          </a:p>
          <a:p>
            <a:pPr indent="0" lvl="0" marL="0" rtl="0" algn="just">
              <a:lnSpc>
                <a:spcPct val="90000"/>
              </a:lnSpc>
              <a:spcBef>
                <a:spcPts val="1400"/>
              </a:spcBef>
              <a:spcAft>
                <a:spcPts val="0"/>
              </a:spcAft>
              <a:buSzPts val="1440"/>
              <a:buNone/>
            </a:pPr>
            <a:r>
              <a:t/>
            </a:r>
            <a:endParaRPr sz="1800">
              <a:solidFill>
                <a:schemeClr val="dk1"/>
              </a:solidFill>
              <a:latin typeface="Rockwell"/>
              <a:ea typeface="Rockwell"/>
              <a:cs typeface="Rockwell"/>
              <a:sym typeface="Rockwell"/>
            </a:endParaRPr>
          </a:p>
          <a:p>
            <a:pPr indent="0" lvl="0" marL="0" rtl="0" algn="just">
              <a:lnSpc>
                <a:spcPct val="90000"/>
              </a:lnSpc>
              <a:spcBef>
                <a:spcPts val="1400"/>
              </a:spcBef>
              <a:spcAft>
                <a:spcPts val="0"/>
              </a:spcAft>
              <a:buSzPts val="1440"/>
              <a:buNone/>
            </a:pPr>
            <a:r>
              <a:t/>
            </a:r>
            <a:endParaRPr sz="1800">
              <a:solidFill>
                <a:schemeClr val="dk1"/>
              </a:solidFill>
              <a:latin typeface="Rockwell"/>
              <a:ea typeface="Rockwell"/>
              <a:cs typeface="Rockwell"/>
              <a:sym typeface="Rockwell"/>
            </a:endParaRPr>
          </a:p>
          <a:p>
            <a:pPr indent="0" lvl="0" marL="0" rtl="0" algn="just">
              <a:lnSpc>
                <a:spcPct val="90000"/>
              </a:lnSpc>
              <a:spcBef>
                <a:spcPts val="1400"/>
              </a:spcBef>
              <a:spcAft>
                <a:spcPts val="0"/>
              </a:spcAft>
              <a:buSzPts val="1440"/>
              <a:buNone/>
            </a:pPr>
            <a:r>
              <a:t/>
            </a:r>
            <a:endParaRPr sz="1800">
              <a:solidFill>
                <a:schemeClr val="dk1"/>
              </a:solidFill>
              <a:latin typeface="Rockwell"/>
              <a:ea typeface="Rockwell"/>
              <a:cs typeface="Rockwell"/>
              <a:sym typeface="Rockwell"/>
            </a:endParaRPr>
          </a:p>
          <a:p>
            <a:pPr indent="0" lvl="0" marL="0" rtl="0" algn="just">
              <a:lnSpc>
                <a:spcPct val="90000"/>
              </a:lnSpc>
              <a:spcBef>
                <a:spcPts val="1400"/>
              </a:spcBef>
              <a:spcAft>
                <a:spcPts val="0"/>
              </a:spcAft>
              <a:buSzPts val="1440"/>
              <a:buNone/>
            </a:pPr>
            <a:r>
              <a:rPr b="0" i="0" lang="es-MX" sz="1800" u="none" strike="noStrike">
                <a:solidFill>
                  <a:schemeClr val="dk1"/>
                </a:solidFill>
                <a:latin typeface="Rockwell"/>
                <a:ea typeface="Rockwell"/>
                <a:cs typeface="Rockwell"/>
                <a:sym typeface="Rockwell"/>
              </a:rPr>
              <a:t>Esto es, la respuesta predicha para cada observación es la media muestral del tratamiento correspondiente. De esta manera, el residual o </a:t>
            </a:r>
            <a:r>
              <a:rPr b="0" i="1" lang="es-MX" sz="1800" u="none" strike="noStrike">
                <a:solidFill>
                  <a:schemeClr val="dk1"/>
                </a:solidFill>
                <a:latin typeface="Rockwell"/>
                <a:ea typeface="Rockwell"/>
                <a:cs typeface="Rockwell"/>
                <a:sym typeface="Rockwell"/>
              </a:rPr>
              <a:t>residuo asociado a la observación Yij </a:t>
            </a:r>
            <a:r>
              <a:rPr b="0" i="0" lang="es-MX" sz="1800" u="none" strike="noStrike">
                <a:solidFill>
                  <a:schemeClr val="dk1"/>
                </a:solidFill>
                <a:latin typeface="Rockwell"/>
                <a:ea typeface="Rockwell"/>
                <a:cs typeface="Rockwell"/>
                <a:sym typeface="Rockwell"/>
              </a:rPr>
              <a:t>está dado por</a:t>
            </a:r>
            <a:endParaRPr>
              <a:solidFill>
                <a:schemeClr val="dk1"/>
              </a:solidFill>
              <a:latin typeface="Rockwell"/>
              <a:ea typeface="Rockwell"/>
              <a:cs typeface="Rockwell"/>
              <a:sym typeface="Rockwell"/>
            </a:endParaRPr>
          </a:p>
        </p:txBody>
      </p:sp>
      <p:pic>
        <p:nvPicPr>
          <p:cNvPr id="538" name="Google Shape;538;p59"/>
          <p:cNvPicPr preferRelativeResize="0"/>
          <p:nvPr/>
        </p:nvPicPr>
        <p:blipFill rotWithShape="1">
          <a:blip r:embed="rId3">
            <a:alphaModFix/>
          </a:blip>
          <a:srcRect b="0" l="0" r="0" t="0"/>
          <a:stretch/>
        </p:blipFill>
        <p:spPr>
          <a:xfrm>
            <a:off x="2283883" y="2751137"/>
            <a:ext cx="1866900" cy="542925"/>
          </a:xfrm>
          <a:prstGeom prst="rect">
            <a:avLst/>
          </a:prstGeom>
          <a:noFill/>
          <a:ln>
            <a:noFill/>
          </a:ln>
        </p:spPr>
      </p:pic>
      <p:pic>
        <p:nvPicPr>
          <p:cNvPr id="539" name="Google Shape;539;p59"/>
          <p:cNvPicPr preferRelativeResize="0"/>
          <p:nvPr/>
        </p:nvPicPr>
        <p:blipFill rotWithShape="1">
          <a:blip r:embed="rId4">
            <a:alphaModFix/>
          </a:blip>
          <a:srcRect b="0" l="0" r="0" t="0"/>
          <a:stretch/>
        </p:blipFill>
        <p:spPr>
          <a:xfrm>
            <a:off x="6096000" y="2703511"/>
            <a:ext cx="1447800" cy="638175"/>
          </a:xfrm>
          <a:prstGeom prst="rect">
            <a:avLst/>
          </a:prstGeom>
          <a:noFill/>
          <a:ln>
            <a:noFill/>
          </a:ln>
        </p:spPr>
      </p:pic>
      <p:sp>
        <p:nvSpPr>
          <p:cNvPr id="540" name="Google Shape;540;p59"/>
          <p:cNvSpPr/>
          <p:nvPr/>
        </p:nvSpPr>
        <p:spPr>
          <a:xfrm>
            <a:off x="4368800" y="2887661"/>
            <a:ext cx="1524000" cy="271464"/>
          </a:xfrm>
          <a:prstGeom prst="rightArrow">
            <a:avLst>
              <a:gd fmla="val 50000" name="adj1"/>
              <a:gd fmla="val 50000" name="adj2"/>
            </a:avLst>
          </a:prstGeom>
          <a:solidFill>
            <a:schemeClr val="accent1"/>
          </a:solidFill>
          <a:ln cap="flat" cmpd="sng" w="19050">
            <a:solidFill>
              <a:srgbClr val="7985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pic>
        <p:nvPicPr>
          <p:cNvPr id="541" name="Google Shape;541;p59"/>
          <p:cNvPicPr preferRelativeResize="0"/>
          <p:nvPr/>
        </p:nvPicPr>
        <p:blipFill rotWithShape="1">
          <a:blip r:embed="rId5">
            <a:alphaModFix/>
          </a:blip>
          <a:srcRect b="0" l="0" r="0" t="0"/>
          <a:stretch/>
        </p:blipFill>
        <p:spPr>
          <a:xfrm>
            <a:off x="3729567" y="3698876"/>
            <a:ext cx="2667000" cy="742950"/>
          </a:xfrm>
          <a:prstGeom prst="rect">
            <a:avLst/>
          </a:prstGeom>
          <a:noFill/>
          <a:ln>
            <a:noFill/>
          </a:ln>
        </p:spPr>
      </p:pic>
      <p:pic>
        <p:nvPicPr>
          <p:cNvPr id="542" name="Google Shape;542;p59"/>
          <p:cNvPicPr preferRelativeResize="0"/>
          <p:nvPr/>
        </p:nvPicPr>
        <p:blipFill rotWithShape="1">
          <a:blip r:embed="rId6">
            <a:alphaModFix/>
          </a:blip>
          <a:srcRect b="0" l="0" r="0" t="0"/>
          <a:stretch/>
        </p:blipFill>
        <p:spPr>
          <a:xfrm>
            <a:off x="3978275" y="5595938"/>
            <a:ext cx="2305050" cy="581025"/>
          </a:xfrm>
          <a:prstGeom prst="rect">
            <a:avLst/>
          </a:prstGeom>
          <a:noFill/>
          <a:ln>
            <a:noFill/>
          </a:ln>
        </p:spPr>
      </p:pic>
      <p:sp>
        <p:nvSpPr>
          <p:cNvPr id="543" name="Google Shape;543;p59"/>
          <p:cNvSpPr txBox="1"/>
          <p:nvPr/>
        </p:nvSpPr>
        <p:spPr>
          <a:xfrm>
            <a:off x="691892" y="484247"/>
            <a:ext cx="1043182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accent1"/>
              </a:buClr>
              <a:buSzPts val="3200"/>
              <a:buFont typeface="Rockwell"/>
              <a:buNone/>
            </a:pPr>
            <a:r>
              <a:rPr b="1" lang="es-MX" sz="3200">
                <a:solidFill>
                  <a:schemeClr val="accent1"/>
                </a:solidFill>
                <a:latin typeface="Rockwell"/>
                <a:ea typeface="Rockwell"/>
                <a:cs typeface="Rockwell"/>
                <a:sym typeface="Rockwell"/>
              </a:rPr>
              <a:t>Comparación de más de dos tratamientos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60"/>
          <p:cNvSpPr txBox="1"/>
          <p:nvPr>
            <p:ph idx="1" type="body"/>
          </p:nvPr>
        </p:nvSpPr>
        <p:spPr>
          <a:xfrm>
            <a:off x="761999" y="1436158"/>
            <a:ext cx="10828867"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SzPts val="1280"/>
              <a:buNone/>
            </a:pPr>
            <a:r>
              <a:rPr b="0" i="0" lang="es-MX" sz="1600" u="none" strike="noStrike">
                <a:solidFill>
                  <a:schemeClr val="dk1"/>
                </a:solidFill>
                <a:latin typeface="Rockwell"/>
                <a:ea typeface="Rockwell"/>
                <a:cs typeface="Rockwell"/>
                <a:sym typeface="Rockwell"/>
              </a:rPr>
              <a:t>Los supuestos del modelo lineal, en términos de los residuos, son:</a:t>
            </a:r>
            <a:endParaRPr/>
          </a:p>
          <a:p>
            <a:pPr indent="0" lvl="0" marL="0" rtl="0" algn="just">
              <a:lnSpc>
                <a:spcPct val="90000"/>
              </a:lnSpc>
              <a:spcBef>
                <a:spcPts val="1400"/>
              </a:spcBef>
              <a:spcAft>
                <a:spcPts val="0"/>
              </a:spcAft>
              <a:buSzPts val="1280"/>
              <a:buNone/>
            </a:pPr>
            <a:r>
              <a:t/>
            </a:r>
            <a:endParaRPr b="0" i="0" sz="1600" u="none" strike="noStrike">
              <a:solidFill>
                <a:schemeClr val="dk1"/>
              </a:solidFill>
              <a:latin typeface="Rockwell"/>
              <a:ea typeface="Rockwell"/>
              <a:cs typeface="Rockwell"/>
              <a:sym typeface="Rockwell"/>
            </a:endParaRPr>
          </a:p>
          <a:p>
            <a:pPr indent="0" lvl="0" marL="0" rtl="0" algn="just">
              <a:lnSpc>
                <a:spcPct val="90000"/>
              </a:lnSpc>
              <a:spcBef>
                <a:spcPts val="1400"/>
              </a:spcBef>
              <a:spcAft>
                <a:spcPts val="0"/>
              </a:spcAft>
              <a:buSzPts val="1280"/>
              <a:buNone/>
            </a:pPr>
            <a:r>
              <a:rPr b="0" i="0" lang="es-MX" sz="1600" u="none" strike="noStrike">
                <a:solidFill>
                  <a:schemeClr val="dk1"/>
                </a:solidFill>
                <a:latin typeface="Rockwell"/>
                <a:ea typeface="Rockwell"/>
                <a:cs typeface="Rockwell"/>
                <a:sym typeface="Rockwell"/>
              </a:rPr>
              <a:t>1. </a:t>
            </a:r>
            <a:r>
              <a:rPr b="0" i="1" lang="es-MX" sz="1600" u="none" strike="noStrike">
                <a:solidFill>
                  <a:schemeClr val="dk1"/>
                </a:solidFill>
                <a:latin typeface="Rockwell"/>
                <a:ea typeface="Rockwell"/>
                <a:cs typeface="Rockwell"/>
                <a:sym typeface="Rockwell"/>
              </a:rPr>
              <a:t>Los residuos siguen una distribución normal con media cero</a:t>
            </a:r>
            <a:r>
              <a:rPr lang="es-MX" sz="1600">
                <a:solidFill>
                  <a:schemeClr val="dk1"/>
                </a:solidFill>
                <a:latin typeface="Rockwell"/>
                <a:ea typeface="Rockwell"/>
                <a:cs typeface="Rockwell"/>
                <a:sym typeface="Rockwell"/>
              </a:rPr>
              <a:t> (</a:t>
            </a:r>
            <a:r>
              <a:rPr b="0" i="0" lang="es-MX" sz="1600" u="none" strike="noStrike">
                <a:solidFill>
                  <a:schemeClr val="dk1"/>
                </a:solidFill>
                <a:latin typeface="Rockwell"/>
                <a:ea typeface="Rockwell"/>
                <a:cs typeface="Rockwell"/>
                <a:sym typeface="Rockwell"/>
              </a:rPr>
              <a:t>Gráficas de Normalidad de los residuos</a:t>
            </a:r>
            <a:r>
              <a:rPr lang="es-MX" sz="1600">
                <a:solidFill>
                  <a:schemeClr val="dk1"/>
                </a:solidFill>
                <a:latin typeface="Rockwell"/>
                <a:ea typeface="Rockwell"/>
                <a:cs typeface="Rockwell"/>
                <a:sym typeface="Rockwell"/>
              </a:rPr>
              <a:t>)</a:t>
            </a:r>
            <a:endParaRPr b="0" i="0" sz="1600" u="none" strike="noStrike">
              <a:solidFill>
                <a:schemeClr val="dk1"/>
              </a:solidFill>
              <a:latin typeface="Rockwell"/>
              <a:ea typeface="Rockwell"/>
              <a:cs typeface="Rockwell"/>
              <a:sym typeface="Rockwell"/>
            </a:endParaRPr>
          </a:p>
          <a:p>
            <a:pPr indent="0" lvl="0" marL="0" rtl="0" algn="l">
              <a:lnSpc>
                <a:spcPct val="90000"/>
              </a:lnSpc>
              <a:spcBef>
                <a:spcPts val="1400"/>
              </a:spcBef>
              <a:spcAft>
                <a:spcPts val="0"/>
              </a:spcAft>
              <a:buSzPts val="1280"/>
              <a:buNone/>
            </a:pPr>
            <a:r>
              <a:rPr b="0" i="0" lang="es-MX" sz="1600" u="none" strike="noStrike">
                <a:solidFill>
                  <a:schemeClr val="dk1"/>
                </a:solidFill>
                <a:latin typeface="Rockwell"/>
                <a:ea typeface="Rockwell"/>
                <a:cs typeface="Rockwell"/>
                <a:sym typeface="Rockwell"/>
              </a:rPr>
              <a:t>2. </a:t>
            </a:r>
            <a:r>
              <a:rPr b="0" i="1" lang="es-MX" sz="1600" u="none" strike="noStrike">
                <a:solidFill>
                  <a:schemeClr val="dk1"/>
                </a:solidFill>
                <a:latin typeface="Rockwell"/>
                <a:ea typeface="Rockwell"/>
                <a:cs typeface="Rockwell"/>
                <a:sym typeface="Rockwell"/>
              </a:rPr>
              <a:t>Los residuos son independientes entre sí</a:t>
            </a:r>
            <a:r>
              <a:rPr lang="es-MX" sz="1600">
                <a:solidFill>
                  <a:schemeClr val="dk1"/>
                </a:solidFill>
                <a:latin typeface="Rockwell"/>
                <a:ea typeface="Rockwell"/>
                <a:cs typeface="Rockwell"/>
                <a:sym typeface="Rockwell"/>
              </a:rPr>
              <a:t> (</a:t>
            </a:r>
            <a:r>
              <a:rPr b="0" i="0" lang="es-MX" sz="1600" u="none" strike="noStrike">
                <a:solidFill>
                  <a:schemeClr val="dk1"/>
                </a:solidFill>
                <a:latin typeface="Rockwell"/>
                <a:ea typeface="Rockwell"/>
                <a:cs typeface="Rockwell"/>
                <a:sym typeface="Rockwell"/>
              </a:rPr>
              <a:t>Gráficas de los residuos vs. los niveles del factor (datos ordenados</a:t>
            </a:r>
            <a:r>
              <a:rPr lang="es-MX" sz="1600">
                <a:solidFill>
                  <a:schemeClr val="dk1"/>
                </a:solidFill>
                <a:latin typeface="Rockwell"/>
                <a:ea typeface="Rockwell"/>
                <a:cs typeface="Rockwell"/>
                <a:sym typeface="Rockwell"/>
              </a:rPr>
              <a:t>))</a:t>
            </a:r>
            <a:endParaRPr b="0" i="0" sz="1600" u="none" strike="noStrike">
              <a:solidFill>
                <a:schemeClr val="dk1"/>
              </a:solidFill>
              <a:latin typeface="Rockwell"/>
              <a:ea typeface="Rockwell"/>
              <a:cs typeface="Rockwell"/>
              <a:sym typeface="Rockwell"/>
            </a:endParaRPr>
          </a:p>
          <a:p>
            <a:pPr indent="0" lvl="0" marL="0" rtl="0" algn="just">
              <a:lnSpc>
                <a:spcPct val="90000"/>
              </a:lnSpc>
              <a:spcBef>
                <a:spcPts val="1400"/>
              </a:spcBef>
              <a:spcAft>
                <a:spcPts val="0"/>
              </a:spcAft>
              <a:buSzPts val="1280"/>
              <a:buNone/>
            </a:pPr>
            <a:r>
              <a:rPr b="0" i="0" lang="es-MX" sz="1600" u="none" strike="noStrike">
                <a:solidFill>
                  <a:schemeClr val="dk1"/>
                </a:solidFill>
                <a:latin typeface="Rockwell"/>
                <a:ea typeface="Rockwell"/>
                <a:cs typeface="Rockwell"/>
                <a:sym typeface="Rockwell"/>
              </a:rPr>
              <a:t>3. </a:t>
            </a:r>
            <a:r>
              <a:rPr b="0" i="1" lang="es-MX" sz="1600" u="none" strike="noStrike">
                <a:solidFill>
                  <a:schemeClr val="dk1"/>
                </a:solidFill>
                <a:latin typeface="Rockwell"/>
                <a:ea typeface="Rockwell"/>
                <a:cs typeface="Rockwell"/>
                <a:sym typeface="Rockwell"/>
              </a:rPr>
              <a:t>Los residuos de cada tratamiento tienen la misma varianza</a:t>
            </a:r>
            <a:r>
              <a:rPr lang="es-MX" sz="1600">
                <a:solidFill>
                  <a:schemeClr val="dk1"/>
                </a:solidFill>
                <a:latin typeface="Rockwell"/>
                <a:ea typeface="Rockwell"/>
                <a:cs typeface="Rockwell"/>
                <a:sym typeface="Rockwell"/>
              </a:rPr>
              <a:t> (</a:t>
            </a:r>
            <a:r>
              <a:rPr b="0" i="0" lang="es-MX" sz="1600" u="none" strike="noStrike">
                <a:solidFill>
                  <a:schemeClr val="dk1"/>
                </a:solidFill>
                <a:latin typeface="Rockwell"/>
                <a:ea typeface="Rockwell"/>
                <a:cs typeface="Rockwell"/>
                <a:sym typeface="Rockwell"/>
              </a:rPr>
              <a:t>Gráficas de los residuos vs. medias de tratamiento observadas (valores predichos)</a:t>
            </a:r>
            <a:r>
              <a:rPr lang="es-MX" sz="1600">
                <a:solidFill>
                  <a:schemeClr val="dk1"/>
                </a:solidFill>
                <a:latin typeface="Rockwell"/>
                <a:ea typeface="Rockwell"/>
                <a:cs typeface="Rockwell"/>
                <a:sym typeface="Rockwell"/>
              </a:rPr>
              <a:t>)</a:t>
            </a:r>
            <a:endParaRPr b="0" i="0" sz="1600" u="none" strike="noStrike">
              <a:solidFill>
                <a:schemeClr val="dk1"/>
              </a:solidFill>
              <a:latin typeface="Rockwell"/>
              <a:ea typeface="Rockwell"/>
              <a:cs typeface="Rockwell"/>
              <a:sym typeface="Rockwell"/>
            </a:endParaRPr>
          </a:p>
          <a:p>
            <a:pPr indent="0" lvl="0" marL="0" rtl="0" algn="just">
              <a:lnSpc>
                <a:spcPct val="90000"/>
              </a:lnSpc>
              <a:spcBef>
                <a:spcPts val="1400"/>
              </a:spcBef>
              <a:spcAft>
                <a:spcPts val="0"/>
              </a:spcAft>
              <a:buSzPts val="1280"/>
              <a:buNone/>
            </a:pPr>
            <a:r>
              <a:t/>
            </a:r>
            <a:endParaRPr sz="1600">
              <a:solidFill>
                <a:schemeClr val="dk1"/>
              </a:solidFill>
              <a:latin typeface="Rockwell"/>
              <a:ea typeface="Rockwell"/>
              <a:cs typeface="Rockwell"/>
              <a:sym typeface="Rockwell"/>
            </a:endParaRPr>
          </a:p>
          <a:p>
            <a:pPr indent="0" lvl="0" marL="0" rtl="0" algn="just">
              <a:lnSpc>
                <a:spcPct val="90000"/>
              </a:lnSpc>
              <a:spcBef>
                <a:spcPts val="1400"/>
              </a:spcBef>
              <a:spcAft>
                <a:spcPts val="0"/>
              </a:spcAft>
              <a:buSzPts val="1280"/>
              <a:buNone/>
            </a:pPr>
            <a:r>
              <a:rPr b="0" i="0" lang="es-MX" sz="1600" u="none" strike="noStrike">
                <a:solidFill>
                  <a:schemeClr val="dk1"/>
                </a:solidFill>
                <a:latin typeface="Rockwell"/>
                <a:ea typeface="Rockwell"/>
                <a:cs typeface="Rockwell"/>
                <a:sym typeface="Rockwell"/>
              </a:rPr>
              <a:t>Para comprobar cada supuesto existen pruebas analíticas y gráficas. Por sencillez, muchas veces se prefieren las pruebas gráficas.</a:t>
            </a:r>
            <a:endParaRPr/>
          </a:p>
          <a:p>
            <a:pPr indent="0" lvl="0" marL="0" rtl="0" algn="just">
              <a:lnSpc>
                <a:spcPct val="90000"/>
              </a:lnSpc>
              <a:spcBef>
                <a:spcPts val="1400"/>
              </a:spcBef>
              <a:spcAft>
                <a:spcPts val="0"/>
              </a:spcAft>
              <a:buSzPts val="1280"/>
              <a:buNone/>
            </a:pPr>
            <a:r>
              <a:rPr b="0" i="0" lang="es-MX" sz="1600" u="none" strike="noStrike">
                <a:solidFill>
                  <a:schemeClr val="dk1"/>
                </a:solidFill>
                <a:latin typeface="Rockwell"/>
                <a:ea typeface="Rockwell"/>
                <a:cs typeface="Rockwell"/>
                <a:sym typeface="Rockwell"/>
              </a:rPr>
              <a:t>Éstas tienen el inconveniente de que no son “exactas”, pero aun así, en la mayoría de las situaciones prácticas proporcionan la evidencia suficiente en contra o a favor de los supuestos.</a:t>
            </a:r>
            <a:endParaRPr/>
          </a:p>
          <a:p>
            <a:pPr indent="0" lvl="0" marL="0" rtl="0" algn="just">
              <a:lnSpc>
                <a:spcPct val="90000"/>
              </a:lnSpc>
              <a:spcBef>
                <a:spcPts val="1400"/>
              </a:spcBef>
              <a:spcAft>
                <a:spcPts val="0"/>
              </a:spcAft>
              <a:buSzPts val="1440"/>
              <a:buNone/>
            </a:pPr>
            <a:r>
              <a:t/>
            </a:r>
            <a:endParaRPr sz="1800">
              <a:latin typeface="Rockwell"/>
              <a:ea typeface="Rockwell"/>
              <a:cs typeface="Rockwell"/>
              <a:sym typeface="Rockwell"/>
            </a:endParaRPr>
          </a:p>
          <a:p>
            <a:pPr indent="0" lvl="0" marL="0" rtl="0" algn="just">
              <a:lnSpc>
                <a:spcPct val="90000"/>
              </a:lnSpc>
              <a:spcBef>
                <a:spcPts val="1400"/>
              </a:spcBef>
              <a:spcAft>
                <a:spcPts val="0"/>
              </a:spcAft>
              <a:buSzPts val="1760"/>
              <a:buNone/>
            </a:pPr>
            <a:r>
              <a:t/>
            </a:r>
            <a:endParaRPr>
              <a:latin typeface="Rockwell"/>
              <a:ea typeface="Rockwell"/>
              <a:cs typeface="Rockwell"/>
              <a:sym typeface="Rockwell"/>
            </a:endParaRPr>
          </a:p>
        </p:txBody>
      </p:sp>
      <p:sp>
        <p:nvSpPr>
          <p:cNvPr id="549" name="Google Shape;549;p60"/>
          <p:cNvSpPr txBox="1"/>
          <p:nvPr/>
        </p:nvSpPr>
        <p:spPr>
          <a:xfrm>
            <a:off x="691892" y="484247"/>
            <a:ext cx="10431828" cy="535531"/>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chemeClr val="accent1"/>
              </a:buClr>
              <a:buSzPts val="3200"/>
              <a:buFont typeface="Rockwell"/>
              <a:buNone/>
            </a:pPr>
            <a:r>
              <a:rPr b="1" lang="es-MX" sz="3200">
                <a:solidFill>
                  <a:schemeClr val="accent1"/>
                </a:solidFill>
                <a:latin typeface="Rockwell"/>
                <a:ea typeface="Rockwell"/>
                <a:cs typeface="Rockwell"/>
                <a:sym typeface="Rockwell"/>
              </a:rPr>
              <a:t>Comparación de más de dos tratamientos</a:t>
            </a:r>
            <a:endParaRPr/>
          </a:p>
        </p:txBody>
      </p:sp>
      <p:sp>
        <p:nvSpPr>
          <p:cNvPr id="550" name="Google Shape;550;p60"/>
          <p:cNvSpPr txBox="1"/>
          <p:nvPr/>
        </p:nvSpPr>
        <p:spPr>
          <a:xfrm>
            <a:off x="761999" y="5113867"/>
            <a:ext cx="10938934"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MX" sz="1800" u="none" strike="noStrike">
                <a:solidFill>
                  <a:schemeClr val="dk1"/>
                </a:solidFill>
                <a:latin typeface="Corbel"/>
                <a:ea typeface="Corbel"/>
                <a:cs typeface="Corbel"/>
                <a:sym typeface="Corbel"/>
              </a:rPr>
              <a:t>*Es mejor prevenir en lo posible que los supuestos no se violen, para ello se aplican los tres principios básicos del diseño de experimentos: repetición, aleatorización y bloqueo. </a:t>
            </a:r>
            <a:endParaRPr/>
          </a:p>
          <a:p>
            <a:pPr indent="0" lvl="0" marL="0" marR="0" rtl="0" algn="just">
              <a:spcBef>
                <a:spcPts val="0"/>
              </a:spcBef>
              <a:spcAft>
                <a:spcPts val="0"/>
              </a:spcAft>
              <a:buNone/>
            </a:pPr>
            <a:r>
              <a:t/>
            </a:r>
            <a:endParaRPr b="0" i="0" sz="1800" u="none" strike="noStrike">
              <a:solidFill>
                <a:schemeClr val="dk1"/>
              </a:solidFill>
              <a:latin typeface="Corbel"/>
              <a:ea typeface="Corbel"/>
              <a:cs typeface="Corbel"/>
              <a:sym typeface="Corbel"/>
            </a:endParaRPr>
          </a:p>
          <a:p>
            <a:pPr indent="0" lvl="0" marL="0" marR="0" rtl="0" algn="just">
              <a:spcBef>
                <a:spcPts val="0"/>
              </a:spcBef>
              <a:spcAft>
                <a:spcPts val="0"/>
              </a:spcAft>
              <a:buNone/>
            </a:pPr>
            <a:r>
              <a:rPr b="0" i="0" lang="es-MX" sz="1800" u="none" strike="noStrike">
                <a:solidFill>
                  <a:schemeClr val="dk1"/>
                </a:solidFill>
                <a:latin typeface="Corbel"/>
                <a:ea typeface="Corbel"/>
                <a:cs typeface="Corbel"/>
                <a:sym typeface="Corbel"/>
              </a:rPr>
              <a:t>Por ejemplo, por no aleatorizar el orden en que se corren las pruebas pueden surgir problemas con el supuesto de independencia.</a:t>
            </a:r>
            <a:endParaRPr sz="1800">
              <a:solidFill>
                <a:schemeClr val="dk1"/>
              </a:solidFill>
              <a:latin typeface="Corbel"/>
              <a:ea typeface="Corbel"/>
              <a:cs typeface="Corbel"/>
              <a:sym typeface="Corbel"/>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A6B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0149840" cy="1371600"/>
          </a:xfrm>
          <a:prstGeom prst="rect">
            <a:avLst/>
          </a:prstGeom>
          <a:noFill/>
        </p:spPr>
        <p:txBody>
          <a:bodyPr wrap="square" lIns="73152" rIns="73152" tIns="36576" bIns="36576" anchor="ctr">
            <a:spAutoFit/>
          </a:bodyPr>
          <a:lstStyle/>
          <a:p>
            <a:pPr algn="l">
              <a:spcBef>
                <a:spcPts val="0"/>
              </a:spcBef>
              <a:spcAft>
                <a:spcPts val="200"/>
              </a:spcAft>
            </a:pPr>
            <a:r>
              <a:rPr sz="3400" b="1">
                <a:solidFill>
                  <a:srgbClr val="FFFFFF"/>
                </a:solidFill>
                <a:latin typeface="Rockwell"/>
              </a:rPr>
              <a:t>Análisis Multivariante de la Varianza (MANOVA)</a:t>
            </a:r>
          </a:p>
        </p:txBody>
      </p:sp>
      <p:sp>
        <p:nvSpPr>
          <p:cNvPr id="4" name="TextBox 3"/>
          <p:cNvSpPr txBox="1"/>
          <p:nvPr/>
        </p:nvSpPr>
        <p:spPr>
          <a:xfrm>
            <a:off x="1005840" y="3794760"/>
            <a:ext cx="10149840" cy="731520"/>
          </a:xfrm>
          <a:prstGeom prst="rect">
            <a:avLst/>
          </a:prstGeom>
          <a:noFill/>
        </p:spPr>
        <p:txBody>
          <a:bodyPr wrap="square" lIns="73152" rIns="73152" tIns="36576" bIns="36576">
            <a:spAutoFit/>
          </a:bodyPr>
          <a:lstStyle/>
          <a:p>
            <a:pPr algn="l">
              <a:spcBef>
                <a:spcPts val="0"/>
              </a:spcBef>
              <a:spcAft>
                <a:spcPts val="200"/>
              </a:spcAft>
            </a:pPr>
            <a:r>
              <a:rPr sz="1500" b="0">
                <a:solidFill>
                  <a:srgbClr val="FFFFFF"/>
                </a:solidFill>
                <a:latin typeface="Calibri"/>
              </a:rPr>
              <a:t>COMPARACIÓN DE VECTORES DE MEDIAS ENTRE GRUPOS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A6B828"/>
                </a:solidFill>
                <a:latin typeface="Rockwell"/>
              </a:rPr>
              <a:t>¿Qué es el MANOVA?</a:t>
            </a:r>
          </a:p>
        </p:txBody>
      </p:sp>
      <p:sp>
        <p:nvSpPr>
          <p:cNvPr id="3" name="TextBox 2"/>
          <p:cNvSpPr txBox="1"/>
          <p:nvPr/>
        </p:nvSpPr>
        <p:spPr>
          <a:xfrm>
            <a:off x="914400" y="1874519"/>
            <a:ext cx="5943600" cy="4206240"/>
          </a:xfrm>
          <a:prstGeom prst="rect">
            <a:avLst/>
          </a:prstGeom>
          <a:noFill/>
        </p:spPr>
        <p:txBody>
          <a:bodyPr wrap="square" lIns="73152" rIns="73152" tIns="36576" bIns="36576">
            <a:spAutoFit/>
          </a:bodyPr>
          <a:lstStyle/>
          <a:p>
            <a:pPr algn="l">
              <a:spcBef>
                <a:spcPts val="0"/>
              </a:spcBef>
              <a:spcAft>
                <a:spcPts val="200"/>
              </a:spcAft>
            </a:pPr>
            <a:r>
              <a:rPr sz="1500" b="0">
                <a:solidFill>
                  <a:srgbClr val="262626"/>
                </a:solidFill>
                <a:latin typeface="Calibri"/>
              </a:rPr>
              <a:t>El MANOVA es la extensión multivariada del ANOVA: compara los vectores de medias de g grupos cuando se miden p variables respuesta a la vez.</a:t>
            </a:r>
          </a:p>
          <a:p>
            <a:pPr algn="l">
              <a:spcBef>
                <a:spcPts val="600"/>
              </a:spcBef>
              <a:spcAft>
                <a:spcPts val="200"/>
              </a:spcAft>
            </a:pPr>
            <a:r>
              <a:rPr sz="1500" b="0">
                <a:solidFill>
                  <a:srgbClr val="262626"/>
                </a:solidFill>
                <a:latin typeface="Calibri"/>
              </a:rPr>
              <a:t>Responde: ¿difieren los grupos considerando todas las variables en conjunto, y no una por una?</a:t>
            </a:r>
          </a:p>
          <a:p>
            <a:pPr algn="l">
              <a:spcBef>
                <a:spcPts val="800"/>
              </a:spcBef>
              <a:spcAft>
                <a:spcPts val="200"/>
              </a:spcAft>
            </a:pPr>
            <mc:AlternateContent xmlns:mc="http://schemas.openxmlformats.org/markup-compatibility/2006">
              <mc:Choice xmlns:a14="http://schemas.microsoft.com/office/drawing/2010/main" Requires="a14">
                <a14:m>
                  <m:oMathPara xmlns:m="http://schemas.openxmlformats.org/officeDocument/2006/math">
                    <m:oMath>
                      <m:sSub>
                        <m:e>
                          <m:r>
                            <m:t>H</m:t>
                          </m:r>
                        </m:e>
                        <m:sub>
                          <m:r>
                            <m:t>0</m:t>
                          </m:r>
                        </m:sub>
                      </m:sSub>
                      <m:r>
                        <m:rPr>
                          <m:sty m:val="p"/>
                        </m:rPr>
                        <m:t>:</m:t>
                      </m:r>
                      <m:r>
                        <m:t> </m:t>
                      </m:r>
                      <m:sSub>
                        <m:e>
                          <m:r>
                            <m:t>μ</m:t>
                          </m:r>
                        </m:e>
                        <m:sub>
                          <m:r>
                            <m:t>1</m:t>
                          </m:r>
                        </m:sub>
                      </m:sSub>
                      <m:r>
                        <m:rPr>
                          <m:sty m:val="p"/>
                        </m:rPr>
                        <m:t>=</m:t>
                      </m:r>
                      <m:sSub>
                        <m:e>
                          <m:r>
                            <m:t>μ</m:t>
                          </m:r>
                        </m:e>
                        <m:sub>
                          <m:r>
                            <m:t>2</m:t>
                          </m:r>
                        </m:sub>
                      </m:sSub>
                      <m:r>
                        <m:rPr>
                          <m:sty m:val="p"/>
                        </m:rPr>
                        <m:t>=</m:t>
                      </m:r>
                      <m:r>
                        <m:rPr>
                          <m:sty m:val="p"/>
                        </m:rPr>
                        <m:t>⋯</m:t>
                      </m:r>
                      <m:r>
                        <m:rPr>
                          <m:sty m:val="p"/>
                        </m:rPr>
                        <m:t>=</m:t>
                      </m:r>
                      <m:sSub>
                        <m:e>
                          <m:r>
                            <m:t>μ</m:t>
                          </m:r>
                        </m:e>
                        <m:sub>
                          <m:r>
                            <m:t>g</m:t>
                          </m:r>
                        </m:sub>
                      </m:sSub>
                    </m:oMath>
                  </m:oMathPara>
                </a14:m>
              </mc:Choice>
              <mc:Fallback>
                <a:r>
                  <a:rPr lang="es" sz="1600" b="1">
                    <a:solidFill>
                      <a:srgbClr val="A6B828"/>
                    </a:solidFill>
                    <a:latin typeface="Calibri"/>
                  </a:rPr>
                  <a:t>H₀: μ₁ = μ₂ = ⋯ = μ_g</a:t>
                </a:r>
              </mc:Fallback>
            </mc:AlternateContent>
          </a:p>
          <a:p>
            <a:pPr algn="l">
              <a:spcBef>
                <a:spcPts val="600"/>
              </a:spcBef>
              <a:spcAft>
                <a:spcPts val="200"/>
              </a:spcAft>
            </a:pPr>
            <a:r>
              <a:rPr sz="1300" b="0">
                <a:solidFill>
                  <a:srgbClr val="262626"/>
                </a:solidFill>
                <a:latin typeface="Calibri"/>
              </a:rPr>
              <a:t>donde μⱼ es el vector de medias (p×1) del grupo j.</a:t>
            </a:r>
          </a:p>
        </p:txBody>
      </p:sp>
      <p:sp>
        <p:nvSpPr>
          <p:cNvPr id="4" name="Rectangle 3"/>
          <p:cNvSpPr/>
          <p:nvPr/>
        </p:nvSpPr>
        <p:spPr>
          <a:xfrm>
            <a:off x="7086600" y="1965960"/>
            <a:ext cx="4160520" cy="4114800"/>
          </a:xfrm>
          <a:prstGeom prst="rect">
            <a:avLst/>
          </a:prstGeom>
          <a:solidFill>
            <a:srgbClr val="F2F2F2"/>
          </a:solidFill>
          <a:ln w="12700">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36576"/>
          <a:lstStyle/>
          <a:p>
            <a:pPr algn="l">
              <a:spcBef>
                <a:spcPts val="0"/>
              </a:spcBef>
              <a:spcAft>
                <a:spcPts val="200"/>
              </a:spcAft>
            </a:pPr>
            <a:r>
              <a:rPr sz="1450" b="1">
                <a:solidFill>
                  <a:srgbClr val="595652"/>
                </a:solidFill>
                <a:latin typeface="Calibri"/>
              </a:rPr>
              <a:t>¿Dónde encaja?</a:t>
            </a:r>
          </a:p>
          <a:p>
            <a:pPr algn="l">
              <a:spcBef>
                <a:spcPts val="600"/>
              </a:spcBef>
              <a:spcAft>
                <a:spcPts val="200"/>
              </a:spcAft>
            </a:pPr>
            <a:r>
              <a:rPr sz="1300" b="0">
                <a:solidFill>
                  <a:srgbClr val="595652"/>
                </a:solidFill>
                <a:latin typeface="Calibri"/>
              </a:rPr>
              <a:t>Es la ANOVA cuando la respuesta es un vector, no un escalar.</a:t>
            </a:r>
          </a:p>
          <a:p>
            <a:pPr algn="l">
              <a:spcBef>
                <a:spcPts val="600"/>
              </a:spcBef>
              <a:spcAft>
                <a:spcPts val="200"/>
              </a:spcAft>
            </a:pPr>
            <a:r>
              <a:rPr sz="1300" b="0">
                <a:solidFill>
                  <a:srgbClr val="595652"/>
                </a:solidFill>
                <a:latin typeface="Calibri"/>
              </a:rPr>
              <a:t>Antesala natural del análisis discriminante.</a:t>
            </a:r>
          </a:p>
          <a:p>
            <a:pPr algn="l">
              <a:spcBef>
                <a:spcPts val="600"/>
              </a:spcBef>
              <a:spcAft>
                <a:spcPts val="200"/>
              </a:spcAft>
            </a:pPr>
            <a:r>
              <a:rPr sz="1300" b="0">
                <a:solidFill>
                  <a:srgbClr val="595652"/>
                </a:solidFill>
                <a:latin typeface="Calibri"/>
              </a:rPr>
              <a:t>Fuente: Mardia, Kent &amp; Bibby (1979), §12.1–12.2; Aldás &amp; Uriel, cap. 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A6B828"/>
                </a:solidFill>
                <a:latin typeface="Rockwell"/>
              </a:rPr>
              <a:t>Del ANOVA al MANOVA</a:t>
            </a:r>
          </a:p>
        </p:txBody>
      </p:sp>
      <p:sp>
        <p:nvSpPr>
          <p:cNvPr id="3" name="TextBox 2"/>
          <p:cNvSpPr txBox="1"/>
          <p:nvPr/>
        </p:nvSpPr>
        <p:spPr>
          <a:xfrm>
            <a:off x="914400" y="1874519"/>
            <a:ext cx="5943600" cy="4206240"/>
          </a:xfrm>
          <a:prstGeom prst="rect">
            <a:avLst/>
          </a:prstGeom>
          <a:noFill/>
        </p:spPr>
        <p:txBody>
          <a:bodyPr wrap="square" lIns="73152" rIns="73152" tIns="36576" bIns="36576">
            <a:spAutoFit/>
          </a:bodyPr>
          <a:lstStyle/>
          <a:p>
            <a:pPr algn="l">
              <a:spcBef>
                <a:spcPts val="0"/>
              </a:spcBef>
              <a:spcAft>
                <a:spcPts val="200"/>
              </a:spcAft>
            </a:pPr>
            <a:r>
              <a:rPr sz="1500" b="0">
                <a:solidFill>
                  <a:srgbClr val="262626"/>
                </a:solidFill>
                <a:latin typeface="Calibri"/>
              </a:rPr>
              <a:t>Hacer un ANOVA separado por cada variable tiene dos problemas:</a:t>
            </a:r>
          </a:p>
          <a:p>
            <a:pPr algn="l">
              <a:spcBef>
                <a:spcPts val="800"/>
              </a:spcBef>
              <a:spcAft>
                <a:spcPts val="200"/>
              </a:spcAft>
            </a:pPr>
            <a:r>
              <a:rPr sz="1500" b="1">
                <a:solidFill>
                  <a:srgbClr val="262626"/>
                </a:solidFill>
                <a:latin typeface="Calibri"/>
              </a:rPr>
              <a:t>1.  </a:t>
            </a:r>
            <a:r>
              <a:rPr sz="1500" b="0">
                <a:solidFill>
                  <a:srgbClr val="262626"/>
                </a:solidFill>
                <a:latin typeface="Calibri"/>
              </a:rPr>
              <a:t>infla el error tipo I global al multiplicar los contrastes.</a:t>
            </a:r>
          </a:p>
          <a:p>
            <a:pPr algn="l">
              <a:spcBef>
                <a:spcPts val="600"/>
              </a:spcBef>
              <a:spcAft>
                <a:spcPts val="200"/>
              </a:spcAft>
            </a:pPr>
            <a:r>
              <a:rPr sz="1500" b="1">
                <a:solidFill>
                  <a:srgbClr val="262626"/>
                </a:solidFill>
                <a:latin typeface="Calibri"/>
              </a:rPr>
              <a:t>2.  </a:t>
            </a:r>
            <a:r>
              <a:rPr sz="1500" b="0">
                <a:solidFill>
                  <a:srgbClr val="262626"/>
                </a:solidFill>
                <a:latin typeface="Calibri"/>
              </a:rPr>
              <a:t>ignora la correlación entre las variables respuesta.</a:t>
            </a:r>
          </a:p>
          <a:p>
            <a:pPr algn="l">
              <a:spcBef>
                <a:spcPts val="1000"/>
              </a:spcBef>
              <a:spcAft>
                <a:spcPts val="200"/>
              </a:spcAft>
            </a:pPr>
            <a:r>
              <a:rPr sz="1500" b="0">
                <a:solidFill>
                  <a:srgbClr val="262626"/>
                </a:solidFill>
                <a:latin typeface="Calibri"/>
              </a:rPr>
              <a:t>El MANOVA contrasta todas las variables a la vez: controla el error global y aprovecha la estructura de covarianzas, ganando potencia para detectar diferencias que los ANOVA por separado pueden no ver.</a:t>
            </a:r>
          </a:p>
        </p:txBody>
      </p:sp>
      <p:sp>
        <p:nvSpPr>
          <p:cNvPr id="4" name="Rectangle 3"/>
          <p:cNvSpPr/>
          <p:nvPr/>
        </p:nvSpPr>
        <p:spPr>
          <a:xfrm>
            <a:off x="7086600" y="1965960"/>
            <a:ext cx="4160520" cy="4114800"/>
          </a:xfrm>
          <a:prstGeom prst="rect">
            <a:avLst/>
          </a:prstGeom>
          <a:solidFill>
            <a:srgbClr val="F2F2F2"/>
          </a:solidFill>
          <a:ln w="12700">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36576"/>
          <a:lstStyle/>
          <a:p>
            <a:pPr algn="l">
              <a:spcBef>
                <a:spcPts val="0"/>
              </a:spcBef>
              <a:spcAft>
                <a:spcPts val="200"/>
              </a:spcAft>
            </a:pPr>
            <a:r>
              <a:rPr sz="1450" b="1">
                <a:solidFill>
                  <a:srgbClr val="595652"/>
                </a:solidFill>
                <a:latin typeface="Calibri"/>
              </a:rPr>
              <a:t>Idea clave</a:t>
            </a:r>
          </a:p>
          <a:p>
            <a:pPr algn="l">
              <a:spcBef>
                <a:spcPts val="600"/>
              </a:spcBef>
              <a:spcAft>
                <a:spcPts val="200"/>
              </a:spcAft>
            </a:pPr>
            <a:r>
              <a:rPr sz="1300" b="0">
                <a:solidFill>
                  <a:srgbClr val="595652"/>
                </a:solidFill>
                <a:latin typeface="Calibri"/>
              </a:rPr>
              <a:t>Un conjunto de ANOVA por separado ≠ un contraste multivariado conjunto.</a:t>
            </a:r>
          </a:p>
          <a:p>
            <a:pPr algn="l">
              <a:spcBef>
                <a:spcPts val="600"/>
              </a:spcBef>
              <a:spcAft>
                <a:spcPts val="200"/>
              </a:spcAft>
            </a:pPr>
            <a:r>
              <a:rPr sz="1300" b="0">
                <a:solidFill>
                  <a:srgbClr val="595652"/>
                </a:solidFill>
                <a:latin typeface="Calibri"/>
              </a:rPr>
              <a:t>El MANOVA usa la covarianza entre respuestas.</a:t>
            </a:r>
          </a:p>
          <a:p>
            <a:pPr algn="l">
              <a:spcBef>
                <a:spcPts val="600"/>
              </a:spcBef>
              <a:spcAft>
                <a:spcPts val="200"/>
              </a:spcAft>
            </a:pPr>
            <a:r>
              <a:rPr sz="1300" b="0">
                <a:solidFill>
                  <a:srgbClr val="595652"/>
                </a:solidFill>
                <a:latin typeface="Calibri"/>
              </a:rPr>
              <a:t>Fuente: Mardia, Kent &amp; Bibby (1979), cap. 12.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A6B828"/>
                </a:solidFill>
                <a:latin typeface="Rockwell"/>
              </a:rPr>
              <a:t>Modelo e hipótesis</a:t>
            </a:r>
          </a:p>
        </p:txBody>
      </p:sp>
      <p:sp>
        <p:nvSpPr>
          <p:cNvPr id="3" name="TextBox 2"/>
          <p:cNvSpPr txBox="1"/>
          <p:nvPr/>
        </p:nvSpPr>
        <p:spPr>
          <a:xfrm>
            <a:off x="914400" y="1874519"/>
            <a:ext cx="6035040" cy="4206240"/>
          </a:xfrm>
          <a:prstGeom prst="rect">
            <a:avLst/>
          </a:prstGeom>
          <a:noFill/>
        </p:spPr>
        <p:txBody>
          <a:bodyPr wrap="square" lIns="73152" rIns="73152" tIns="36576" bIns="36576">
            <a:spAutoFit/>
          </a:bodyPr>
          <a:lstStyle/>
          <a:p>
            <a:pPr algn="l">
              <a:spcBef>
                <a:spcPts val="0"/>
              </a:spcBef>
              <a:spcAft>
                <a:spcPts val="200"/>
              </a:spcAft>
            </a:pPr>
            <a:r>
              <a:rPr sz="1500" b="0">
                <a:solidFill>
                  <a:srgbClr val="262626"/>
                </a:solidFill>
                <a:latin typeface="Calibri"/>
              </a:rPr>
              <a:t>Clasificación multivariada de un factor con g grupos:</a:t>
            </a:r>
          </a:p>
          <a:p>
            <a:pPr algn="l">
              <a:spcBef>
                <a:spcPts val="800"/>
              </a:spcBef>
              <a:spcAft>
                <a:spcPts val="200"/>
              </a:spcAft>
            </a:pPr>
            <mc:AlternateContent xmlns:mc="http://schemas.openxmlformats.org/markup-compatibility/2006">
              <mc:Choice xmlns:a14="http://schemas.microsoft.com/office/drawing/2010/main" Requires="a14">
                <a14:m>
                  <m:oMathPara xmlns:m="http://schemas.openxmlformats.org/officeDocument/2006/math">
                    <m:oMath>
                      <m:sSub>
                        <m:e>
                          <m:r>
                            <m:t>x</m:t>
                          </m:r>
                        </m:e>
                        <m:sub>
                          <m:r>
                            <m:t>i</m:t>
                          </m:r>
                          <m:r>
                            <m:t>j</m:t>
                          </m:r>
                        </m:sub>
                      </m:sSub>
                      <m:r>
                        <m:rPr>
                          <m:sty m:val="p"/>
                        </m:rPr>
                        <m:t>=</m:t>
                      </m:r>
                      <m:r>
                        <m:t>μ</m:t>
                      </m:r>
                      <m:r>
                        <m:rPr>
                          <m:sty m:val="p"/>
                        </m:rPr>
                        <m:t>+</m:t>
                      </m:r>
                      <m:sSub>
                        <m:e>
                          <m:r>
                            <m:t>τ</m:t>
                          </m:r>
                        </m:e>
                        <m:sub>
                          <m:r>
                            <m:t>j</m:t>
                          </m:r>
                        </m:sub>
                      </m:sSub>
                      <m:r>
                        <m:rPr>
                          <m:sty m:val="p"/>
                        </m:rPr>
                        <m:t>+</m:t>
                      </m:r>
                      <m:sSub>
                        <m:e>
                          <m:r>
                            <m:t>ε</m:t>
                          </m:r>
                        </m:e>
                        <m:sub>
                          <m:r>
                            <m:t>i</m:t>
                          </m:r>
                          <m:r>
                            <m:t>j</m:t>
                          </m:r>
                        </m:sub>
                      </m:sSub>
                    </m:oMath>
                  </m:oMathPara>
                </a14:m>
              </mc:Choice>
              <mc:Fallback>
                <a:r>
                  <a:rPr lang="es" sz="1600" b="1">
                    <a:solidFill>
                      <a:srgbClr val="A6B828"/>
                    </a:solidFill>
                    <a:latin typeface="Calibri"/>
                  </a:rPr>
                  <a:t>x_ij = μ + τⱼ + ε_ij</a:t>
                </a:r>
              </mc:Fallback>
            </mc:AlternateContent>
          </a:p>
          <a:p>
            <a:pPr algn="l">
              <a:spcBef>
                <a:spcPts val="400"/>
              </a:spcBef>
              <a:spcAft>
                <a:spcPts val="200"/>
              </a:spcAft>
            </a:pPr>
            <mc:AlternateContent xmlns:mc="http://schemas.openxmlformats.org/markup-compatibility/2006">
              <mc:Choice xmlns:a14="http://schemas.microsoft.com/office/drawing/2010/main" Requires="a14">
                <a14:m>
                  <m:oMathPara xmlns:m="http://schemas.openxmlformats.org/officeDocument/2006/math">
                    <m:oMath>
                      <m:sSub>
                        <m:e>
                          <m:r>
                            <m:t>ε</m:t>
                          </m:r>
                        </m:e>
                        <m:sub>
                          <m:r>
                            <m:t>i</m:t>
                          </m:r>
                          <m:r>
                            <m:t>j</m:t>
                          </m:r>
                        </m:sub>
                      </m:sSub>
                      <m:r>
                        <m:rPr>
                          <m:sty m:val="p"/>
                        </m:rPr>
                        <m:t>∼</m:t>
                      </m:r>
                      <m:sSub>
                        <m:e>
                          <m:r>
                            <m:t>N</m:t>
                          </m:r>
                        </m:e>
                        <m:sub>
                          <m:r>
                            <m:t>p</m:t>
                          </m:r>
                        </m:sub>
                      </m:sSub>
                      <m:d>
                        <m:dPr>
                          <m:begChr m:val="("/>
                          <m:endChr m:val=")"/>
                          <m:sepChr m:val=""/>
                          <m:grow/>
                        </m:dPr>
                        <m:e>
                          <m:r>
                            <m:t>0</m:t>
                          </m:r>
                          <m:r>
                            <m:rPr>
                              <m:sty m:val="p"/>
                            </m:rPr>
                            <m:t>,</m:t>
                          </m:r>
                          <m:r>
                            <m:t>Σ</m:t>
                          </m:r>
                        </m:e>
                      </m:d>
                    </m:oMath>
                  </m:oMathPara>
                </a14:m>
              </mc:Choice>
              <mc:Fallback>
                <a:r>
                  <a:rPr lang="es" sz="1400" b="1">
                    <a:solidFill>
                      <a:srgbClr val="A6B828"/>
                    </a:solidFill>
                    <a:latin typeface="Calibri"/>
                  </a:rPr>
                  <a:t>ε_ij ~ N_p(0, Σ)</a:t>
                </a:r>
              </mc:Fallback>
            </mc:AlternateContent>
          </a:p>
          <a:p>
            <a:pPr algn="l">
              <a:spcBef>
                <a:spcPts val="600"/>
              </a:spcBef>
              <a:spcAft>
                <a:spcPts val="200"/>
              </a:spcAft>
            </a:pPr>
            <a:r>
              <a:rPr sz="1300" b="0">
                <a:solidFill>
                  <a:srgbClr val="262626"/>
                </a:solidFill>
                <a:latin typeface="Calibri"/>
              </a:rPr>
              <a:t>τⱼ: efecto del grupo j;  Σ: matriz de covarianzas común.</a:t>
            </a:r>
          </a:p>
          <a:p>
            <a:pPr algn="l">
              <a:spcBef>
                <a:spcPts val="1000"/>
              </a:spcBef>
              <a:spcAft>
                <a:spcPts val="200"/>
              </a:spcAft>
            </a:pPr>
            <a:r>
              <a:rPr sz="1500" b="1">
                <a:solidFill>
                  <a:srgbClr val="262626"/>
                </a:solidFill>
                <a:latin typeface="Calibri"/>
              </a:rPr>
              <a:t>Hipótesis</a:t>
            </a:r>
          </a:p>
          <a:p>
            <a:pPr algn="l">
              <a:spcBef>
                <a:spcPts val="400"/>
              </a:spcBef>
              <a:spcAft>
                <a:spcPts val="200"/>
              </a:spcAft>
            </a:pPr>
            <mc:AlternateContent xmlns:mc="http://schemas.openxmlformats.org/markup-compatibility/2006">
              <mc:Choice xmlns:a14="http://schemas.microsoft.com/office/drawing/2010/main" Requires="a14">
                <a14:m>
                  <m:oMathPara xmlns:m="http://schemas.openxmlformats.org/officeDocument/2006/math">
                    <m:oMath>
                      <m:sSub>
                        <m:e>
                          <m:r>
                            <m:t>H</m:t>
                          </m:r>
                        </m:e>
                        <m:sub>
                          <m:r>
                            <m:t>0</m:t>
                          </m:r>
                        </m:sub>
                      </m:sSub>
                      <m:r>
                        <m:rPr>
                          <m:sty m:val="p"/>
                        </m:rPr>
                        <m:t>:</m:t>
                      </m:r>
                      <m:r>
                        <m:t> </m:t>
                      </m:r>
                      <m:sSub>
                        <m:e>
                          <m:r>
                            <m:t>μ</m:t>
                          </m:r>
                        </m:e>
                        <m:sub>
                          <m:r>
                            <m:t>1</m:t>
                          </m:r>
                        </m:sub>
                      </m:sSub>
                      <m:r>
                        <m:rPr>
                          <m:sty m:val="p"/>
                        </m:rPr>
                        <m:t>=</m:t>
                      </m:r>
                      <m:sSub>
                        <m:e>
                          <m:r>
                            <m:t>μ</m:t>
                          </m:r>
                        </m:e>
                        <m:sub>
                          <m:r>
                            <m:t>2</m:t>
                          </m:r>
                        </m:sub>
                      </m:sSub>
                      <m:r>
                        <m:rPr>
                          <m:sty m:val="p"/>
                        </m:rPr>
                        <m:t>=</m:t>
                      </m:r>
                      <m:r>
                        <m:rPr>
                          <m:sty m:val="p"/>
                        </m:rPr>
                        <m:t>⋯</m:t>
                      </m:r>
                      <m:r>
                        <m:rPr>
                          <m:sty m:val="p"/>
                        </m:rPr>
                        <m:t>=</m:t>
                      </m:r>
                      <m:sSub>
                        <m:e>
                          <m:r>
                            <m:t>μ</m:t>
                          </m:r>
                        </m:e>
                        <m:sub>
                          <m:r>
                            <m:t>g</m:t>
                          </m:r>
                        </m:sub>
                      </m:sSub>
                    </m:oMath>
                  </m:oMathPara>
                </a14:m>
              </mc:Choice>
              <mc:Fallback>
                <a:r>
                  <a:rPr lang="es" sz="1500" b="1">
                    <a:solidFill>
                      <a:srgbClr val="A6B828"/>
                    </a:solidFill>
                    <a:latin typeface="Calibri"/>
                  </a:rPr>
                  <a:t>H₀: μ₁ = μ₂ = ⋯ = μ_g</a:t>
                </a:r>
              </mc:Fallback>
            </mc:AlternateContent>
          </a:p>
        </p:txBody>
      </p:sp>
      <p:sp>
        <p:nvSpPr>
          <p:cNvPr id="4" name="Rectangle 3"/>
          <p:cNvSpPr/>
          <p:nvPr/>
        </p:nvSpPr>
        <p:spPr>
          <a:xfrm>
            <a:off x="7086600" y="1965960"/>
            <a:ext cx="4160520" cy="4114800"/>
          </a:xfrm>
          <a:prstGeom prst="rect">
            <a:avLst/>
          </a:prstGeom>
          <a:solidFill>
            <a:srgbClr val="F2F2F2"/>
          </a:solidFill>
          <a:ln w="12700">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36576"/>
          <a:lstStyle/>
          <a:p>
            <a:pPr algn="l">
              <a:spcBef>
                <a:spcPts val="0"/>
              </a:spcBef>
              <a:spcAft>
                <a:spcPts val="200"/>
              </a:spcAft>
            </a:pPr>
            <a:r>
              <a:rPr sz="1450" b="1">
                <a:solidFill>
                  <a:srgbClr val="595652"/>
                </a:solidFill>
                <a:latin typeface="Calibri"/>
              </a:rPr>
              <a:t>Supuesto</a:t>
            </a:r>
          </a:p>
          <a:p>
            <a:pPr algn="l">
              <a:spcBef>
                <a:spcPts val="600"/>
              </a:spcBef>
              <a:spcAft>
                <a:spcPts val="200"/>
              </a:spcAft>
            </a:pPr>
            <a:r>
              <a:rPr sz="1300" b="0">
                <a:solidFill>
                  <a:srgbClr val="595652"/>
                </a:solidFill>
                <a:latin typeface="Calibri"/>
              </a:rPr>
              <a:t>Normalidad multivariada dentro de cada grupo.</a:t>
            </a:r>
          </a:p>
          <a:p>
            <a:pPr algn="l">
              <a:spcBef>
                <a:spcPts val="600"/>
              </a:spcBef>
              <a:spcAft>
                <a:spcPts val="200"/>
              </a:spcAft>
            </a:pPr>
            <a:r>
              <a:rPr sz="1300" b="0">
                <a:solidFill>
                  <a:srgbClr val="595652"/>
                </a:solidFill>
                <a:latin typeface="Calibri"/>
              </a:rPr>
              <a:t>Misma matriz de covarianzas Σ en todos los grupos.</a:t>
            </a:r>
          </a:p>
          <a:p>
            <a:pPr algn="l">
              <a:spcBef>
                <a:spcPts val="600"/>
              </a:spcBef>
              <a:spcAft>
                <a:spcPts val="200"/>
              </a:spcAft>
            </a:pPr>
            <a:r>
              <a:rPr sz="1300" b="0">
                <a:solidFill>
                  <a:srgbClr val="595652"/>
                </a:solidFill>
                <a:latin typeface="Calibri"/>
              </a:rPr>
              <a:t>Observaciones independientes.</a:t>
            </a:r>
          </a:p>
          <a:p>
            <a:pPr algn="l">
              <a:spcBef>
                <a:spcPts val="600"/>
              </a:spcBef>
              <a:spcAft>
                <a:spcPts val="200"/>
              </a:spcAft>
            </a:pPr>
            <a:r>
              <a:rPr sz="1300" b="0">
                <a:solidFill>
                  <a:srgbClr val="595652"/>
                </a:solidFill>
                <a:latin typeface="Calibri"/>
              </a:rPr>
              <a:t>Fuente: Mardia et al. (1979), §12.2.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A6B828"/>
                </a:solidFill>
                <a:latin typeface="Rockwell"/>
              </a:rPr>
              <a:t>Descomposición de la variabilidad</a:t>
            </a:r>
          </a:p>
        </p:txBody>
      </p:sp>
      <p:sp>
        <p:nvSpPr>
          <p:cNvPr id="3" name="TextBox 2"/>
          <p:cNvSpPr txBox="1"/>
          <p:nvPr/>
        </p:nvSpPr>
        <p:spPr>
          <a:xfrm>
            <a:off x="914400" y="1874519"/>
            <a:ext cx="6035040" cy="4206240"/>
          </a:xfrm>
          <a:prstGeom prst="rect">
            <a:avLst/>
          </a:prstGeom>
          <a:noFill/>
        </p:spPr>
        <p:txBody>
          <a:bodyPr wrap="square" lIns="73152" rIns="73152" tIns="36576" bIns="36576">
            <a:spAutoFit/>
          </a:bodyPr>
          <a:lstStyle/>
          <a:p>
            <a:pPr algn="l">
              <a:spcBef>
                <a:spcPts val="0"/>
              </a:spcBef>
              <a:spcAft>
                <a:spcPts val="200"/>
              </a:spcAft>
            </a:pPr>
            <a:r>
              <a:rPr sz="1500" b="0">
                <a:solidFill>
                  <a:srgbClr val="262626"/>
                </a:solidFill>
                <a:latin typeface="Calibri"/>
              </a:rPr>
              <a:t>La variabilidad total se descompone en matrices de sumas de cuadrados y productos (SSP):</a:t>
            </a:r>
          </a:p>
          <a:p>
            <a:pPr algn="l">
              <a:spcBef>
                <a:spcPts val="800"/>
              </a:spcBef>
              <a:spcAft>
                <a:spcPts val="200"/>
              </a:spcAft>
            </a:pPr>
            <mc:AlternateContent xmlns:mc="http://schemas.openxmlformats.org/markup-compatibility/2006">
              <mc:Choice xmlns:a14="http://schemas.microsoft.com/office/drawing/2010/main" Requires="a14">
                <a14:m>
                  <m:oMathPara xmlns:m="http://schemas.openxmlformats.org/officeDocument/2006/math">
                    <m:oMath>
                      <m:r>
                        <m:t>T</m:t>
                      </m:r>
                      <m:r>
                        <m:rPr>
                          <m:sty m:val="p"/>
                        </m:rPr>
                        <m:t>=</m:t>
                      </m:r>
                      <m:r>
                        <m:t>B</m:t>
                      </m:r>
                      <m:r>
                        <m:rPr>
                          <m:sty m:val="p"/>
                        </m:rPr>
                        <m:t>+</m:t>
                      </m:r>
                      <m:r>
                        <m:t>W</m:t>
                      </m:r>
                    </m:oMath>
                  </m:oMathPara>
                </a14:m>
              </mc:Choice>
              <mc:Fallback>
                <a:r>
                  <a:rPr lang="es" sz="1800" b="1">
                    <a:solidFill>
                      <a:srgbClr val="A6B828"/>
                    </a:solidFill>
                    <a:latin typeface="Calibri"/>
                  </a:rPr>
                  <a:t>T = B + W</a:t>
                </a:r>
              </mc:Fallback>
            </mc:AlternateContent>
          </a:p>
          <a:p>
            <a:pPr algn="l">
              <a:spcBef>
                <a:spcPts val="800"/>
              </a:spcBef>
              <a:spcAft>
                <a:spcPts val="200"/>
              </a:spcAft>
            </a:pPr>
            <a:r>
              <a:rPr sz="1500" b="1">
                <a:solidFill>
                  <a:srgbClr val="262626"/>
                </a:solidFill>
                <a:latin typeface="Calibri"/>
              </a:rPr>
              <a:t>W</a:t>
            </a:r>
            <a:r>
              <a:rPr sz="1500" b="0">
                <a:solidFill>
                  <a:srgbClr val="262626"/>
                </a:solidFill>
                <a:latin typeface="Calibri"/>
              </a:rPr>
              <a:t> (dentro de grupos): variabilidad no explicada.</a:t>
            </a:r>
          </a:p>
          <a:p>
            <a:pPr algn="l">
              <a:spcBef>
                <a:spcPts val="400"/>
              </a:spcBef>
              <a:spcAft>
                <a:spcPts val="200"/>
              </a:spcAft>
            </a:pPr>
            <a:r>
              <a:rPr sz="1500" b="1">
                <a:solidFill>
                  <a:srgbClr val="262626"/>
                </a:solidFill>
                <a:latin typeface="Calibri"/>
              </a:rPr>
              <a:t>B</a:t>
            </a:r>
            <a:r>
              <a:rPr sz="1500" b="0">
                <a:solidFill>
                  <a:srgbClr val="262626"/>
                </a:solidFill>
                <a:latin typeface="Calibri"/>
              </a:rPr>
              <a:t> (entre grupos): variabilidad debida al factor.</a:t>
            </a:r>
          </a:p>
          <a:p>
            <a:pPr algn="l">
              <a:spcBef>
                <a:spcPts val="400"/>
              </a:spcBef>
              <a:spcAft>
                <a:spcPts val="200"/>
              </a:spcAft>
            </a:pPr>
            <a:r>
              <a:rPr sz="1500" b="1">
                <a:solidFill>
                  <a:srgbClr val="262626"/>
                </a:solidFill>
                <a:latin typeface="Calibri"/>
              </a:rPr>
              <a:t>T</a:t>
            </a:r>
            <a:r>
              <a:rPr sz="1500" b="0">
                <a:solidFill>
                  <a:srgbClr val="262626"/>
                </a:solidFill>
                <a:latin typeface="Calibri"/>
              </a:rPr>
              <a:t> (total): W + B  (identidad MANOVA).</a:t>
            </a:r>
          </a:p>
          <a:p>
            <a:pPr algn="l">
              <a:spcBef>
                <a:spcPts val="800"/>
              </a:spcBef>
              <a:spcAft>
                <a:spcPts val="200"/>
              </a:spcAft>
            </a:pPr>
            <a:r>
              <a:rPr sz="1300" b="0">
                <a:solidFill>
                  <a:srgbClr val="262626"/>
                </a:solidFill>
                <a:latin typeface="Calibri"/>
              </a:rPr>
              <a:t>Bajo H₀, con W y B independientes (Wishart):</a:t>
            </a:r>
          </a:p>
          <a:p>
            <a:pPr algn="l">
              <a:spcBef>
                <a:spcPts val="400"/>
              </a:spcBef>
              <a:spcAft>
                <a:spcPts val="200"/>
              </a:spcAft>
            </a:pPr>
            <mc:AlternateContent xmlns:mc="http://schemas.openxmlformats.org/markup-compatibility/2006">
              <mc:Choice xmlns:a14="http://schemas.microsoft.com/office/drawing/2010/main" Requires="a14">
                <a14:m>
                  <m:oMathPara xmlns:m="http://schemas.openxmlformats.org/officeDocument/2006/math">
                    <m:oMath>
                      <m:r>
                        <m:t>W</m:t>
                      </m:r>
                      <m:r>
                        <m:rPr>
                          <m:sty m:val="p"/>
                        </m:rPr>
                        <m:t>∼</m:t>
                      </m:r>
                      <m:sSub>
                        <m:e>
                          <m:r>
                            <m:t>W</m:t>
                          </m:r>
                        </m:e>
                        <m:sub>
                          <m:r>
                            <m:t>p</m:t>
                          </m:r>
                        </m:sub>
                      </m:sSub>
                      <m:d>
                        <m:dPr>
                          <m:begChr m:val="("/>
                          <m:endChr m:val=")"/>
                          <m:sepChr m:val=""/>
                          <m:grow/>
                        </m:dPr>
                        <m:e>
                          <m:r>
                            <m:t>Σ</m:t>
                          </m:r>
                          <m:r>
                            <m:rPr>
                              <m:sty m:val="p"/>
                            </m:rPr>
                            <m:t>,</m:t>
                          </m:r>
                          <m:r>
                            <m:t> </m:t>
                          </m:r>
                          <m:r>
                            <m:t>n</m:t>
                          </m:r>
                          <m:r>
                            <m:rPr>
                              <m:sty m:val="p"/>
                            </m:rPr>
                            <m:t>−</m:t>
                          </m:r>
                          <m:r>
                            <m:t>g</m:t>
                          </m:r>
                        </m:e>
                      </m:d>
                      <m:r>
                        <m:rPr>
                          <m:sty m:val="p"/>
                        </m:rPr>
                        <m:t>,</m:t>
                      </m:r>
                      <m:r>
                        <m:t> </m:t>
                      </m:r>
                      <m:r>
                        <m:t>B</m:t>
                      </m:r>
                      <m:r>
                        <m:rPr>
                          <m:sty m:val="p"/>
                        </m:rPr>
                        <m:t>∼</m:t>
                      </m:r>
                      <m:sSub>
                        <m:e>
                          <m:r>
                            <m:t>W</m:t>
                          </m:r>
                        </m:e>
                        <m:sub>
                          <m:r>
                            <m:t>p</m:t>
                          </m:r>
                        </m:sub>
                      </m:sSub>
                      <m:d>
                        <m:dPr>
                          <m:begChr m:val="("/>
                          <m:endChr m:val=")"/>
                          <m:sepChr m:val=""/>
                          <m:grow/>
                        </m:dPr>
                        <m:e>
                          <m:r>
                            <m:t>Σ</m:t>
                          </m:r>
                          <m:r>
                            <m:rPr>
                              <m:sty m:val="p"/>
                            </m:rPr>
                            <m:t>,</m:t>
                          </m:r>
                          <m:r>
                            <m:t> </m:t>
                          </m:r>
                          <m:r>
                            <m:t>g</m:t>
                          </m:r>
                          <m:r>
                            <m:rPr>
                              <m:sty m:val="p"/>
                            </m:rPr>
                            <m:t>−</m:t>
                          </m:r>
                          <m:r>
                            <m:t>1</m:t>
                          </m:r>
                        </m:e>
                      </m:d>
                    </m:oMath>
                  </m:oMathPara>
                </a14:m>
              </mc:Choice>
              <mc:Fallback>
                <a:r>
                  <a:rPr lang="es" sz="1400" b="1">
                    <a:solidFill>
                      <a:srgbClr val="A6B828"/>
                    </a:solidFill>
                    <a:latin typeface="Calibri"/>
                  </a:rPr>
                  <a:t>W ~ W_p(Σ, n−g),   B ~ W_p(Σ, g−1)</a:t>
                </a:r>
              </mc:Fallback>
            </mc:AlternateContent>
          </a:p>
        </p:txBody>
      </p:sp>
      <p:sp>
        <p:nvSpPr>
          <p:cNvPr id="4" name="Rectangle 3"/>
          <p:cNvSpPr/>
          <p:nvPr/>
        </p:nvSpPr>
        <p:spPr>
          <a:xfrm>
            <a:off x="7086600" y="1965960"/>
            <a:ext cx="4160520" cy="4114800"/>
          </a:xfrm>
          <a:prstGeom prst="rect">
            <a:avLst/>
          </a:prstGeom>
          <a:solidFill>
            <a:srgbClr val="F2F2F2"/>
          </a:solidFill>
          <a:ln w="12700">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36576"/>
          <a:lstStyle/>
          <a:p>
            <a:pPr algn="l">
              <a:spcBef>
                <a:spcPts val="0"/>
              </a:spcBef>
              <a:spcAft>
                <a:spcPts val="200"/>
              </a:spcAft>
            </a:pPr>
            <a:r>
              <a:rPr sz="1450" b="1">
                <a:solidFill>
                  <a:srgbClr val="595652"/>
                </a:solidFill>
                <a:latin typeface="Calibri"/>
              </a:rPr>
              <a:t>Analogía con ANOVA</a:t>
            </a:r>
          </a:p>
          <a:p>
            <a:pPr algn="l">
              <a:spcBef>
                <a:spcPts val="600"/>
              </a:spcBef>
              <a:spcAft>
                <a:spcPts val="200"/>
              </a:spcAft>
            </a:pPr>
            <a:r>
              <a:rPr sz="1300" b="0">
                <a:solidFill>
                  <a:srgbClr val="595652"/>
                </a:solidFill>
                <a:latin typeface="Calibri"/>
              </a:rPr>
              <a:t>W ↔ suma de cuadrados del error.</a:t>
            </a:r>
          </a:p>
          <a:p>
            <a:pPr algn="l">
              <a:spcBef>
                <a:spcPts val="600"/>
              </a:spcBef>
              <a:spcAft>
                <a:spcPts val="200"/>
              </a:spcAft>
            </a:pPr>
            <a:r>
              <a:rPr sz="1300" b="0">
                <a:solidFill>
                  <a:srgbClr val="595652"/>
                </a:solidFill>
                <a:latin typeface="Calibri"/>
              </a:rPr>
              <a:t>B ↔ suma de cuadrados del tratamiento.</a:t>
            </a:r>
          </a:p>
          <a:p>
            <a:pPr algn="l">
              <a:spcBef>
                <a:spcPts val="600"/>
              </a:spcBef>
              <a:spcAft>
                <a:spcPts val="200"/>
              </a:spcAft>
            </a:pPr>
            <a:r>
              <a:rPr sz="1300" b="0">
                <a:solidFill>
                  <a:srgbClr val="595652"/>
                </a:solidFill>
                <a:latin typeface="Calibri"/>
              </a:rPr>
              <a:t>En vez de escalares, son matrices p×p.</a:t>
            </a:r>
          </a:p>
          <a:p>
            <a:pPr algn="l">
              <a:spcBef>
                <a:spcPts val="600"/>
              </a:spcBef>
              <a:spcAft>
                <a:spcPts val="200"/>
              </a:spcAft>
            </a:pPr>
            <a:r>
              <a:rPr sz="1300" b="0">
                <a:solidFill>
                  <a:srgbClr val="595652"/>
                </a:solidFill>
                <a:latin typeface="Calibri"/>
              </a:rPr>
              <a:t>Fuente: Mardia et al. (1979), §12.3.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A6B828"/>
                </a:solidFill>
                <a:latin typeface="Rockwell"/>
              </a:rPr>
              <a:t>Estadísticos de contraste</a:t>
            </a:r>
          </a:p>
        </p:txBody>
      </p:sp>
      <p:sp>
        <p:nvSpPr>
          <p:cNvPr id="3" name="TextBox 2"/>
          <p:cNvSpPr txBox="1"/>
          <p:nvPr/>
        </p:nvSpPr>
        <p:spPr>
          <a:xfrm>
            <a:off x="914400" y="1874519"/>
            <a:ext cx="6035040" cy="4206240"/>
          </a:xfrm>
          <a:prstGeom prst="rect">
            <a:avLst/>
          </a:prstGeom>
          <a:noFill/>
        </p:spPr>
        <p:txBody>
          <a:bodyPr wrap="square" lIns="73152" rIns="73152" tIns="36576" bIns="36576">
            <a:spAutoFit/>
          </a:bodyPr>
          <a:lstStyle/>
          <a:p>
            <a:pPr algn="l">
              <a:spcBef>
                <a:spcPts val="0"/>
              </a:spcBef>
              <a:spcAft>
                <a:spcPts val="200"/>
              </a:spcAft>
            </a:pPr>
            <a:r>
              <a:rPr sz="1500" b="0">
                <a:solidFill>
                  <a:srgbClr val="262626"/>
                </a:solidFill>
                <a:latin typeface="Calibri"/>
              </a:rPr>
              <a:t>El más usado es la Λ (lambda) de Wilks:</a:t>
            </a:r>
          </a:p>
          <a:p>
            <a:pPr algn="l">
              <a:spcBef>
                <a:spcPts val="800"/>
              </a:spcBef>
              <a:spcAft>
                <a:spcPts val="200"/>
              </a:spcAft>
            </a:pPr>
            <mc:AlternateContent xmlns:mc="http://schemas.openxmlformats.org/markup-compatibility/2006">
              <mc:Choice xmlns:a14="http://schemas.microsoft.com/office/drawing/2010/main" Requires="a14">
                <a14:m>
                  <m:oMathPara xmlns:m="http://schemas.openxmlformats.org/officeDocument/2006/math">
                    <m:oMath>
                      <m:r>
                        <m:t>Λ</m:t>
                      </m:r>
                      <m:r>
                        <m:rPr>
                          <m:sty m:val="p"/>
                        </m:rPr>
                        <m:t>=</m:t>
                      </m:r>
                      <m:f>
                        <m:fPr>
                          <m:type m:val="bar"/>
                        </m:fPr>
                        <m:num>
                          <m:d>
                            <m:dPr>
                              <m:begChr m:val="|"/>
                              <m:endChr m:val="|"/>
                              <m:sepChr m:val=""/>
                              <m:grow/>
                            </m:dPr>
                            <m:e>
                              <m:r>
                                <m:t>W</m:t>
                              </m:r>
                            </m:e>
                          </m:d>
                        </m:num>
                        <m:den>
                          <m:d>
                            <m:dPr>
                              <m:begChr m:val="|"/>
                              <m:endChr m:val="|"/>
                              <m:sepChr m:val=""/>
                              <m:grow/>
                            </m:dPr>
                            <m:e>
                              <m:r>
                                <m:t>W</m:t>
                              </m:r>
                              <m:r>
                                <m:rPr>
                                  <m:sty m:val="p"/>
                                </m:rPr>
                                <m:t>+</m:t>
                              </m:r>
                              <m:r>
                                <m:t>B</m:t>
                              </m:r>
                            </m:e>
                          </m:d>
                        </m:den>
                      </m:f>
                      <m:r>
                        <m:rPr>
                          <m:sty m:val="p"/>
                        </m:rPr>
                        <m:t>=</m:t>
                      </m:r>
                      <m:f>
                        <m:fPr>
                          <m:type m:val="bar"/>
                        </m:fPr>
                        <m:num>
                          <m:d>
                            <m:dPr>
                              <m:begChr m:val="|"/>
                              <m:endChr m:val="|"/>
                              <m:sepChr m:val=""/>
                              <m:grow/>
                            </m:dPr>
                            <m:e>
                              <m:r>
                                <m:t>W</m:t>
                              </m:r>
                            </m:e>
                          </m:d>
                        </m:num>
                        <m:den>
                          <m:d>
                            <m:dPr>
                              <m:begChr m:val="|"/>
                              <m:endChr m:val="|"/>
                              <m:sepChr m:val=""/>
                              <m:grow/>
                            </m:dPr>
                            <m:e>
                              <m:r>
                                <m:t>T</m:t>
                              </m:r>
                            </m:e>
                          </m:d>
                        </m:den>
                      </m:f>
                    </m:oMath>
                  </m:oMathPara>
                </a14:m>
              </mc:Choice>
              <mc:Fallback>
                <a:r>
                  <a:rPr lang="es" sz="1700" b="1">
                    <a:solidFill>
                      <a:srgbClr val="A6B828"/>
                    </a:solidFill>
                    <a:latin typeface="Calibri"/>
                  </a:rPr>
                  <a:t>Λ = |W| / |W+B| = |W| / |T|</a:t>
                </a:r>
              </mc:Fallback>
            </mc:AlternateContent>
          </a:p>
          <a:p>
            <a:pPr algn="l">
              <a:spcBef>
                <a:spcPts val="600"/>
              </a:spcBef>
              <a:spcAft>
                <a:spcPts val="200"/>
              </a:spcAft>
            </a:pPr>
            <a:r>
              <a:rPr sz="1300" b="0">
                <a:solidFill>
                  <a:srgbClr val="262626"/>
                </a:solidFill>
                <a:latin typeface="Calibri"/>
              </a:rPr>
              <a:t>Se rechaza H₀ cuando Λ es pequeño (B grande frente a W). Se aproxima por una F.</a:t>
            </a:r>
          </a:p>
          <a:p>
            <a:pPr algn="l">
              <a:spcBef>
                <a:spcPts val="1000"/>
              </a:spcBef>
              <a:spcAft>
                <a:spcPts val="200"/>
              </a:spcAft>
            </a:pPr>
            <a:r>
              <a:rPr sz="1500" b="0">
                <a:solidFill>
                  <a:srgbClr val="262626"/>
                </a:solidFill>
                <a:latin typeface="Calibri"/>
              </a:rPr>
              <a:t>Otros estadísticos, todos función de los valores propios de W⁻¹B:</a:t>
            </a:r>
          </a:p>
          <a:p>
            <a:pPr algn="l">
              <a:spcBef>
                <a:spcPts val="400"/>
              </a:spcBef>
              <a:spcAft>
                <a:spcPts val="200"/>
              </a:spcAft>
            </a:pPr>
            <a:r>
              <a:rPr sz="1350" b="0">
                <a:solidFill>
                  <a:srgbClr val="262626"/>
                </a:solidFill>
                <a:latin typeface="Calibri"/>
              </a:rPr>
              <a:t>• Traza de Pillai   • Traza de Lawley–Hotelling   • Raíz mayor de Roy</a:t>
            </a:r>
          </a:p>
        </p:txBody>
      </p:sp>
      <p:sp>
        <p:nvSpPr>
          <p:cNvPr id="4" name="Rectangle 3"/>
          <p:cNvSpPr/>
          <p:nvPr/>
        </p:nvSpPr>
        <p:spPr>
          <a:xfrm>
            <a:off x="7086600" y="1965960"/>
            <a:ext cx="4160520" cy="4114800"/>
          </a:xfrm>
          <a:prstGeom prst="rect">
            <a:avLst/>
          </a:prstGeom>
          <a:solidFill>
            <a:srgbClr val="F2F2F2"/>
          </a:solidFill>
          <a:ln w="12700">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36576"/>
          <a:lstStyle/>
          <a:p>
            <a:pPr algn="l">
              <a:spcBef>
                <a:spcPts val="0"/>
              </a:spcBef>
              <a:spcAft>
                <a:spcPts val="200"/>
              </a:spcAft>
            </a:pPr>
            <a:r>
              <a:rPr sz="1450" b="1">
                <a:solidFill>
                  <a:srgbClr val="595652"/>
                </a:solidFill>
                <a:latin typeface="Calibri"/>
              </a:rPr>
              <a:t>En R</a:t>
            </a:r>
          </a:p>
          <a:p>
            <a:pPr algn="l">
              <a:spcBef>
                <a:spcPts val="600"/>
              </a:spcBef>
              <a:spcAft>
                <a:spcPts val="200"/>
              </a:spcAft>
            </a:pPr>
            <a:r>
              <a:rPr sz="1300" b="0">
                <a:solidFill>
                  <a:srgbClr val="595652"/>
                </a:solidFill>
                <a:latin typeface="Calibri"/>
              </a:rPr>
              <a:t>summary(fit, test = "Wilks")</a:t>
            </a:r>
          </a:p>
          <a:p>
            <a:pPr algn="l">
              <a:spcBef>
                <a:spcPts val="600"/>
              </a:spcBef>
              <a:spcAft>
                <a:spcPts val="200"/>
              </a:spcAft>
            </a:pPr>
            <a:r>
              <a:rPr sz="1300" b="0">
                <a:solidFill>
                  <a:srgbClr val="595652"/>
                </a:solidFill>
                <a:latin typeface="Calibri"/>
              </a:rPr>
              <a:t>tambien: "Pillai", "Hotelling-Lawley", "Roy".</a:t>
            </a:r>
          </a:p>
          <a:p>
            <a:pPr algn="l">
              <a:spcBef>
                <a:spcPts val="600"/>
              </a:spcBef>
              <a:spcAft>
                <a:spcPts val="200"/>
              </a:spcAft>
            </a:pPr>
            <a:r>
              <a:rPr sz="1300" b="0">
                <a:solidFill>
                  <a:srgbClr val="595652"/>
                </a:solidFill>
                <a:latin typeface="Calibri"/>
              </a:rPr>
              <a:t/>
            </a:r>
          </a:p>
          <a:p>
            <a:pPr algn="l">
              <a:spcBef>
                <a:spcPts val="600"/>
              </a:spcBef>
              <a:spcAft>
                <a:spcPts val="200"/>
              </a:spcAft>
            </a:pPr>
            <a:r>
              <a:rPr sz="1300" b="0">
                <a:solidFill>
                  <a:srgbClr val="595652"/>
                </a:solidFill>
                <a:latin typeface="Calibri"/>
              </a:rPr>
              <a:t>Fuentes: Mardia et al. (1979), §12.3;</a:t>
            </a:r>
          </a:p>
          <a:p>
            <a:pPr algn="l">
              <a:spcBef>
                <a:spcPts val="600"/>
              </a:spcBef>
              <a:spcAft>
                <a:spcPts val="200"/>
              </a:spcAft>
            </a:pPr>
            <a:r>
              <a:rPr sz="1300" b="0">
                <a:solidFill>
                  <a:srgbClr val="595652"/>
                </a:solidFill>
                <a:latin typeface="Calibri"/>
              </a:rPr>
              <a:t>Aldás &amp; Uriel, cap. 7 (§7.2.2).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A6B828"/>
                </a:solidFill>
                <a:latin typeface="Rockwell"/>
              </a:rPr>
              <a:t>Supuestos y verificación</a:t>
            </a:r>
          </a:p>
        </p:txBody>
      </p:sp>
      <p:sp>
        <p:nvSpPr>
          <p:cNvPr id="3" name="TextBox 2"/>
          <p:cNvSpPr txBox="1"/>
          <p:nvPr/>
        </p:nvSpPr>
        <p:spPr>
          <a:xfrm>
            <a:off x="914400" y="1874519"/>
            <a:ext cx="6035040" cy="4206240"/>
          </a:xfrm>
          <a:prstGeom prst="rect">
            <a:avLst/>
          </a:prstGeom>
          <a:noFill/>
        </p:spPr>
        <p:txBody>
          <a:bodyPr wrap="square" lIns="73152" rIns="73152" tIns="36576" bIns="36576">
            <a:spAutoFit/>
          </a:bodyPr>
          <a:lstStyle/>
          <a:p>
            <a:pPr algn="l">
              <a:spcBef>
                <a:spcPts val="0"/>
              </a:spcBef>
              <a:spcAft>
                <a:spcPts val="200"/>
              </a:spcAft>
            </a:pPr>
            <a:r>
              <a:rPr sz="1500" b="0">
                <a:solidFill>
                  <a:srgbClr val="262626"/>
                </a:solidFill>
                <a:latin typeface="Calibri"/>
              </a:rPr>
              <a:t>Antes de confiar en el contraste, verificar:</a:t>
            </a:r>
          </a:p>
          <a:p>
            <a:pPr algn="l">
              <a:spcBef>
                <a:spcPts val="800"/>
              </a:spcBef>
              <a:spcAft>
                <a:spcPts val="200"/>
              </a:spcAft>
            </a:pPr>
            <a:r>
              <a:rPr sz="1500" b="1">
                <a:solidFill>
                  <a:srgbClr val="A6B828"/>
                </a:solidFill>
                <a:latin typeface="Calibri"/>
              </a:rPr>
              <a:t>Normalidad multivariada</a:t>
            </a:r>
            <a:r>
              <a:rPr sz="1500" b="0">
                <a:solidFill>
                  <a:srgbClr val="262626"/>
                </a:solidFill>
                <a:latin typeface="Calibri"/>
              </a:rPr>
              <a:t>  en cada grupo (test de Mardia; Q-Q de Mahalanobis).</a:t>
            </a:r>
          </a:p>
          <a:p>
            <a:pPr algn="l">
              <a:spcBef>
                <a:spcPts val="600"/>
              </a:spcBef>
              <a:spcAft>
                <a:spcPts val="200"/>
              </a:spcAft>
            </a:pPr>
            <a:r>
              <a:rPr sz="1500" b="1">
                <a:solidFill>
                  <a:srgbClr val="A6B828"/>
                </a:solidFill>
                <a:latin typeface="Calibri"/>
              </a:rPr>
              <a:t>Homogeneidad de covarianzas</a:t>
            </a:r>
            <a:r>
              <a:rPr sz="1500" b="0">
                <a:solidFill>
                  <a:srgbClr val="262626"/>
                </a:solidFill>
                <a:latin typeface="Calibri"/>
              </a:rPr>
              <a:t>  entre grupos: prueba M de Box.</a:t>
            </a:r>
          </a:p>
          <a:p>
            <a:pPr algn="l">
              <a:spcBef>
                <a:spcPts val="600"/>
              </a:spcBef>
              <a:spcAft>
                <a:spcPts val="200"/>
              </a:spcAft>
            </a:pPr>
            <a:r>
              <a:rPr sz="1500" b="1">
                <a:solidFill>
                  <a:srgbClr val="A6B828"/>
                </a:solidFill>
                <a:latin typeface="Calibri"/>
              </a:rPr>
              <a:t>Independencia</a:t>
            </a:r>
            <a:r>
              <a:rPr sz="1500" b="0">
                <a:solidFill>
                  <a:srgbClr val="262626"/>
                </a:solidFill>
                <a:latin typeface="Calibri"/>
              </a:rPr>
              <a:t>  de las observaciones.</a:t>
            </a:r>
          </a:p>
          <a:p>
            <a:pPr algn="l">
              <a:spcBef>
                <a:spcPts val="1000"/>
              </a:spcBef>
              <a:spcAft>
                <a:spcPts val="200"/>
              </a:spcAft>
            </a:pPr>
            <a:r>
              <a:rPr sz="1300" b="0">
                <a:solidFill>
                  <a:srgbClr val="262626"/>
                </a:solidFill>
                <a:latin typeface="Calibri"/>
              </a:rPr>
              <a:t>Si falla la homogeneidad, Pillai es el estadístico más robusto; si falla la normalidad, considerar transformaciones.</a:t>
            </a:r>
          </a:p>
        </p:txBody>
      </p:sp>
      <p:sp>
        <p:nvSpPr>
          <p:cNvPr id="4" name="Rectangle 3"/>
          <p:cNvSpPr/>
          <p:nvPr/>
        </p:nvSpPr>
        <p:spPr>
          <a:xfrm>
            <a:off x="7086600" y="1965960"/>
            <a:ext cx="4160520" cy="4114800"/>
          </a:xfrm>
          <a:prstGeom prst="rect">
            <a:avLst/>
          </a:prstGeom>
          <a:solidFill>
            <a:srgbClr val="F2F2F2"/>
          </a:solidFill>
          <a:ln w="12700">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36576"/>
          <a:lstStyle/>
          <a:p>
            <a:pPr algn="l">
              <a:spcBef>
                <a:spcPts val="0"/>
              </a:spcBef>
              <a:spcAft>
                <a:spcPts val="200"/>
              </a:spcAft>
            </a:pPr>
            <a:r>
              <a:rPr sz="1450" b="1">
                <a:solidFill>
                  <a:srgbClr val="595652"/>
                </a:solidFill>
                <a:latin typeface="Calibri"/>
              </a:rPr>
              <a:t>En R</a:t>
            </a:r>
          </a:p>
          <a:p>
            <a:pPr algn="l">
              <a:spcBef>
                <a:spcPts val="600"/>
              </a:spcBef>
              <a:spcAft>
                <a:spcPts val="200"/>
              </a:spcAft>
            </a:pPr>
            <a:r>
              <a:rPr sz="1300" b="0">
                <a:solidFill>
                  <a:srgbClr val="595652"/>
                </a:solidFill>
                <a:latin typeface="Calibri"/>
              </a:rPr>
              <a:t>library(biotools)</a:t>
            </a:r>
          </a:p>
          <a:p>
            <a:pPr algn="l">
              <a:spcBef>
                <a:spcPts val="600"/>
              </a:spcBef>
              <a:spcAft>
                <a:spcPts val="200"/>
              </a:spcAft>
            </a:pPr>
            <a:r>
              <a:rPr sz="1300" b="0">
                <a:solidFill>
                  <a:srgbClr val="595652"/>
                </a:solidFill>
                <a:latin typeface="Calibri"/>
              </a:rPr>
              <a:t>boxM(Y, grupo)      # M de Box</a:t>
            </a:r>
          </a:p>
          <a:p>
            <a:pPr algn="l">
              <a:spcBef>
                <a:spcPts val="600"/>
              </a:spcBef>
              <a:spcAft>
                <a:spcPts val="200"/>
              </a:spcAft>
            </a:pPr>
            <a:r>
              <a:rPr sz="1300" b="0">
                <a:solidFill>
                  <a:srgbClr val="595652"/>
                </a:solidFill>
                <a:latin typeface="Calibri"/>
              </a:rPr>
              <a:t>MVN::mvn(Y, mvnTest="mardia")</a:t>
            </a:r>
          </a:p>
          <a:p>
            <a:pPr algn="l">
              <a:spcBef>
                <a:spcPts val="600"/>
              </a:spcBef>
              <a:spcAft>
                <a:spcPts val="200"/>
              </a:spcAft>
            </a:pPr>
            <a:r>
              <a:rPr sz="1300" b="0">
                <a:solidFill>
                  <a:srgbClr val="595652"/>
                </a:solidFill>
                <a:latin typeface="Calibri"/>
              </a:rPr>
              <a:t/>
            </a:r>
          </a:p>
          <a:p>
            <a:pPr algn="l">
              <a:spcBef>
                <a:spcPts val="600"/>
              </a:spcBef>
              <a:spcAft>
                <a:spcPts val="200"/>
              </a:spcAft>
            </a:pPr>
            <a:r>
              <a:rPr sz="1300" b="0">
                <a:solidFill>
                  <a:srgbClr val="595652"/>
                </a:solidFill>
                <a:latin typeface="Calibri"/>
              </a:rPr>
              <a:t>Fuente: Aldás &amp; Uriel, cap. 7 (§7.2.3).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A6B828"/>
                </a:solidFill>
                <a:latin typeface="Rockwell"/>
              </a:rPr>
              <a:t>Relación con el análisis discriminante</a:t>
            </a:r>
          </a:p>
        </p:txBody>
      </p:sp>
      <p:sp>
        <p:nvSpPr>
          <p:cNvPr id="3" name="TextBox 2"/>
          <p:cNvSpPr txBox="1"/>
          <p:nvPr/>
        </p:nvSpPr>
        <p:spPr>
          <a:xfrm>
            <a:off x="914400" y="1874519"/>
            <a:ext cx="6035040" cy="4206240"/>
          </a:xfrm>
          <a:prstGeom prst="rect">
            <a:avLst/>
          </a:prstGeom>
          <a:noFill/>
        </p:spPr>
        <p:txBody>
          <a:bodyPr wrap="square" lIns="73152" rIns="73152" tIns="36576" bIns="36576">
            <a:spAutoFit/>
          </a:bodyPr>
          <a:lstStyle/>
          <a:p>
            <a:pPr algn="l">
              <a:spcBef>
                <a:spcPts val="0"/>
              </a:spcBef>
              <a:spcAft>
                <a:spcPts val="200"/>
              </a:spcAft>
            </a:pPr>
            <a:r>
              <a:rPr sz="1500" b="0">
                <a:solidFill>
                  <a:srgbClr val="262626"/>
                </a:solidFill>
                <a:latin typeface="Calibri"/>
              </a:rPr>
              <a:t>MANOVA y análisis discriminante son las dos caras del mismo problema: ambos analizan la separación de grupos usando W y B.</a:t>
            </a:r>
          </a:p>
          <a:p>
            <a:pPr algn="l">
              <a:spcBef>
                <a:spcPts val="800"/>
              </a:spcBef>
              <a:spcAft>
                <a:spcPts val="200"/>
              </a:spcAft>
            </a:pPr>
            <a:r>
              <a:rPr sz="1500" b="0">
                <a:solidFill>
                  <a:srgbClr val="262626"/>
                </a:solidFill>
                <a:latin typeface="Calibri"/>
              </a:rPr>
              <a:t>Las funciones discriminantes son los vectores propios de W⁻¹B; sus valores propios miden cuánta separación aporta cada una.</a:t>
            </a:r>
          </a:p>
          <a:p>
            <a:pPr algn="l">
              <a:spcBef>
                <a:spcPts val="800"/>
              </a:spcBef>
              <a:spcAft>
                <a:spcPts val="200"/>
              </a:spcAft>
            </a:pPr>
            <a:r>
              <a:rPr sz="1500" b="0">
                <a:solidFill>
                  <a:srgbClr val="262626"/>
                </a:solidFill>
                <a:latin typeface="Calibri"/>
              </a:rPr>
              <a:t>La raíz mayor de Roy es precisamente el mayor valor propio de W⁻¹B.</a:t>
            </a:r>
          </a:p>
          <a:p>
            <a:pPr algn="l">
              <a:spcBef>
                <a:spcPts val="800"/>
              </a:spcBef>
              <a:spcAft>
                <a:spcPts val="200"/>
              </a:spcAft>
            </a:pPr>
            <a:r>
              <a:rPr sz="1500" b="1">
                <a:solidFill>
                  <a:srgbClr val="262626"/>
                </a:solidFill>
                <a:latin typeface="Calibri"/>
              </a:rPr>
              <a:t>MANOVA</a:t>
            </a:r>
            <a:r>
              <a:rPr sz="1500" b="0">
                <a:solidFill>
                  <a:srgbClr val="262626"/>
                </a:solidFill>
                <a:latin typeface="Calibri"/>
              </a:rPr>
              <a:t>: ¿hay diferencias entre grupos?   →   </a:t>
            </a:r>
            <a:r>
              <a:rPr sz="1500" b="1">
                <a:solidFill>
                  <a:srgbClr val="262626"/>
                </a:solidFill>
                <a:latin typeface="Calibri"/>
              </a:rPr>
              <a:t>Discriminante</a:t>
            </a:r>
            <a:r>
              <a:rPr sz="1500" b="0">
                <a:solidFill>
                  <a:srgbClr val="262626"/>
                </a:solidFill>
                <a:latin typeface="Calibri"/>
              </a:rPr>
              <a:t>: ¿cómo y en qué dirección se separan?</a:t>
            </a:r>
          </a:p>
        </p:txBody>
      </p:sp>
      <p:sp>
        <p:nvSpPr>
          <p:cNvPr id="4" name="Rectangle 3"/>
          <p:cNvSpPr/>
          <p:nvPr/>
        </p:nvSpPr>
        <p:spPr>
          <a:xfrm>
            <a:off x="7086600" y="1965960"/>
            <a:ext cx="4160520" cy="4114800"/>
          </a:xfrm>
          <a:prstGeom prst="rect">
            <a:avLst/>
          </a:prstGeom>
          <a:solidFill>
            <a:srgbClr val="F2F2F2"/>
          </a:solidFill>
          <a:ln w="12700">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36576"/>
          <a:lstStyle/>
          <a:p>
            <a:pPr algn="l">
              <a:spcBef>
                <a:spcPts val="0"/>
              </a:spcBef>
              <a:spcAft>
                <a:spcPts val="200"/>
              </a:spcAft>
            </a:pPr>
            <a:r>
              <a:rPr sz="1450" b="1">
                <a:solidFill>
                  <a:srgbClr val="595652"/>
                </a:solidFill>
                <a:latin typeface="Calibri"/>
              </a:rPr>
              <a:t>Secuencia natural</a:t>
            </a:r>
          </a:p>
          <a:p>
            <a:pPr algn="l">
              <a:spcBef>
                <a:spcPts val="600"/>
              </a:spcBef>
              <a:spcAft>
                <a:spcPts val="200"/>
              </a:spcAft>
            </a:pPr>
            <a:r>
              <a:rPr sz="1300" b="0">
                <a:solidFill>
                  <a:srgbClr val="595652"/>
                </a:solidFill>
                <a:latin typeface="Calibri"/>
              </a:rPr>
              <a:t>1. MANOVA: ¿los grupos difieren?</a:t>
            </a:r>
          </a:p>
          <a:p>
            <a:pPr algn="l">
              <a:spcBef>
                <a:spcPts val="600"/>
              </a:spcBef>
              <a:spcAft>
                <a:spcPts val="200"/>
              </a:spcAft>
            </a:pPr>
            <a:r>
              <a:rPr sz="1300" b="0">
                <a:solidFill>
                  <a:srgbClr val="595652"/>
                </a:solidFill>
                <a:latin typeface="Calibri"/>
              </a:rPr>
              <a:t>2. Si sí, discriminante: ¿qué combinación de variables los separa?</a:t>
            </a:r>
          </a:p>
          <a:p>
            <a:pPr algn="l">
              <a:spcBef>
                <a:spcPts val="600"/>
              </a:spcBef>
              <a:spcAft>
                <a:spcPts val="200"/>
              </a:spcAft>
            </a:pPr>
            <a:r>
              <a:rPr sz="1300" b="0">
                <a:solidFill>
                  <a:srgbClr val="595652"/>
                </a:solidFill>
                <a:latin typeface="Calibri"/>
              </a:rPr>
              <a:t>Fuente: Mardia et al. (1979), caps. 11–12.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A6B828"/>
                </a:solidFill>
                <a:latin typeface="Rockwell"/>
              </a:rPr>
              <a:t>Ejemplo en R: iris — código</a:t>
            </a:r>
          </a:p>
        </p:txBody>
      </p:sp>
      <p:sp>
        <p:nvSpPr>
          <p:cNvPr id="3" name="Rectangle 2"/>
          <p:cNvSpPr/>
          <p:nvPr/>
        </p:nvSpPr>
        <p:spPr>
          <a:xfrm>
            <a:off x="914400" y="1874519"/>
            <a:ext cx="6035040" cy="4297680"/>
          </a:xfrm>
          <a:prstGeom prst="rect">
            <a:avLst/>
          </a:prstGeom>
          <a:solidFill>
            <a:srgbClr val="F2F2F2"/>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200"/>
              </a:spcAft>
            </a:pPr>
            <a:r>
              <a:rPr sz="1150" b="0">
                <a:solidFill>
                  <a:srgbClr val="333333"/>
                </a:solidFill>
                <a:latin typeface="Consolas"/>
              </a:rPr>
              <a:t># iris: 3 especies, 4 medidas florales</a:t>
            </a:r>
          </a:p>
          <a:p>
            <a:pPr algn="l">
              <a:spcBef>
                <a:spcPts val="0"/>
              </a:spcBef>
              <a:spcAft>
                <a:spcPts val="200"/>
              </a:spcAft>
            </a:pPr>
            <a:r>
              <a:rPr sz="1150" b="0">
                <a:solidFill>
                  <a:srgbClr val="333333"/>
                </a:solidFill>
                <a:latin typeface="Consolas"/>
              </a:rPr>
              <a:t>fit &lt;- manova(</a:t>
            </a:r>
          </a:p>
          <a:p>
            <a:pPr algn="l">
              <a:spcBef>
                <a:spcPts val="0"/>
              </a:spcBef>
              <a:spcAft>
                <a:spcPts val="200"/>
              </a:spcAft>
            </a:pPr>
            <a:r>
              <a:rPr sz="1150" b="0">
                <a:solidFill>
                  <a:srgbClr val="333333"/>
                </a:solidFill>
                <a:latin typeface="Consolas"/>
              </a:rPr>
              <a:t>  cbind(Sepal.Length, Sepal.Width,</a:t>
            </a:r>
          </a:p>
          <a:p>
            <a:pPr algn="l">
              <a:spcBef>
                <a:spcPts val="0"/>
              </a:spcBef>
              <a:spcAft>
                <a:spcPts val="200"/>
              </a:spcAft>
            </a:pPr>
            <a:r>
              <a:rPr sz="1150" b="0">
                <a:solidFill>
                  <a:srgbClr val="333333"/>
                </a:solidFill>
                <a:latin typeface="Consolas"/>
              </a:rPr>
              <a:t>        Petal.Length, Petal.Width) ~ Species,</a:t>
            </a:r>
          </a:p>
          <a:p>
            <a:pPr algn="l">
              <a:spcBef>
                <a:spcPts val="0"/>
              </a:spcBef>
              <a:spcAft>
                <a:spcPts val="200"/>
              </a:spcAft>
            </a:pPr>
            <a:r>
              <a:rPr sz="1150" b="0">
                <a:solidFill>
                  <a:srgbClr val="333333"/>
                </a:solidFill>
                <a:latin typeface="Consolas"/>
              </a:rPr>
              <a:t>  data = iris)</a:t>
            </a:r>
          </a:p>
          <a:p>
            <a:pPr algn="l">
              <a:spcBef>
                <a:spcPts val="0"/>
              </a:spcBef>
              <a:spcAft>
                <a:spcPts val="200"/>
              </a:spcAft>
            </a:pPr>
            <a:r>
              <a:rPr sz="1150" b="0">
                <a:solidFill>
                  <a:srgbClr val="333333"/>
                </a:solidFill>
                <a:latin typeface="Consolas"/>
              </a:rPr>
              <a:t> </a:t>
            </a:r>
          </a:p>
          <a:p>
            <a:pPr algn="l">
              <a:spcBef>
                <a:spcPts val="0"/>
              </a:spcBef>
              <a:spcAft>
                <a:spcPts val="200"/>
              </a:spcAft>
            </a:pPr>
            <a:r>
              <a:rPr sz="1150" b="0">
                <a:solidFill>
                  <a:srgbClr val="333333"/>
                </a:solidFill>
                <a:latin typeface="Consolas"/>
              </a:rPr>
              <a:t># Contraste multivariado (Lambda de Wilks)</a:t>
            </a:r>
          </a:p>
          <a:p>
            <a:pPr algn="l">
              <a:spcBef>
                <a:spcPts val="0"/>
              </a:spcBef>
              <a:spcAft>
                <a:spcPts val="200"/>
              </a:spcAft>
            </a:pPr>
            <a:r>
              <a:rPr sz="1150" b="0">
                <a:solidFill>
                  <a:srgbClr val="333333"/>
                </a:solidFill>
                <a:latin typeface="Consolas"/>
              </a:rPr>
              <a:t>summary(fit, test = "Wilks")</a:t>
            </a:r>
          </a:p>
          <a:p>
            <a:pPr algn="l">
              <a:spcBef>
                <a:spcPts val="0"/>
              </a:spcBef>
              <a:spcAft>
                <a:spcPts val="200"/>
              </a:spcAft>
            </a:pPr>
            <a:r>
              <a:rPr sz="1150" b="0">
                <a:solidFill>
                  <a:srgbClr val="333333"/>
                </a:solidFill>
                <a:latin typeface="Consolas"/>
              </a:rPr>
              <a:t> </a:t>
            </a:r>
          </a:p>
          <a:p>
            <a:pPr algn="l">
              <a:spcBef>
                <a:spcPts val="0"/>
              </a:spcBef>
              <a:spcAft>
                <a:spcPts val="200"/>
              </a:spcAft>
            </a:pPr>
            <a:r>
              <a:rPr sz="1150" b="0">
                <a:solidFill>
                  <a:srgbClr val="333333"/>
                </a:solidFill>
                <a:latin typeface="Consolas"/>
              </a:rPr>
              <a:t># Homogeneidad de covarianzas (M de Box)</a:t>
            </a:r>
          </a:p>
          <a:p>
            <a:pPr algn="l">
              <a:spcBef>
                <a:spcPts val="0"/>
              </a:spcBef>
              <a:spcAft>
                <a:spcPts val="200"/>
              </a:spcAft>
            </a:pPr>
            <a:r>
              <a:rPr sz="1150" b="0">
                <a:solidFill>
                  <a:srgbClr val="333333"/>
                </a:solidFill>
                <a:latin typeface="Consolas"/>
              </a:rPr>
              <a:t>library(biotools); boxM(iris[,1:4], iris$Species)</a:t>
            </a:r>
          </a:p>
          <a:p>
            <a:pPr algn="l">
              <a:spcBef>
                <a:spcPts val="0"/>
              </a:spcBef>
              <a:spcAft>
                <a:spcPts val="200"/>
              </a:spcAft>
            </a:pPr>
            <a:r>
              <a:rPr sz="1150" b="0">
                <a:solidFill>
                  <a:srgbClr val="333333"/>
                </a:solidFill>
                <a:latin typeface="Consolas"/>
              </a:rPr>
              <a:t> </a:t>
            </a:r>
          </a:p>
          <a:p>
            <a:pPr algn="l">
              <a:spcBef>
                <a:spcPts val="0"/>
              </a:spcBef>
              <a:spcAft>
                <a:spcPts val="200"/>
              </a:spcAft>
            </a:pPr>
            <a:r>
              <a:rPr sz="1150" b="0">
                <a:solidFill>
                  <a:srgbClr val="333333"/>
                </a:solidFill>
                <a:latin typeface="Consolas"/>
              </a:rPr>
              <a:t># Post hoc: ANOVA por variable</a:t>
            </a:r>
          </a:p>
          <a:p>
            <a:pPr algn="l">
              <a:spcBef>
                <a:spcPts val="0"/>
              </a:spcBef>
              <a:spcAft>
                <a:spcPts val="200"/>
              </a:spcAft>
            </a:pPr>
            <a:r>
              <a:rPr sz="1150" b="0">
                <a:solidFill>
                  <a:srgbClr val="333333"/>
                </a:solidFill>
                <a:latin typeface="Consolas"/>
              </a:rPr>
              <a:t>summary.aov(fit)</a:t>
            </a:r>
          </a:p>
        </p:txBody>
      </p:sp>
      <p:sp>
        <p:nvSpPr>
          <p:cNvPr id="4" name="Rectangle 3"/>
          <p:cNvSpPr/>
          <p:nvPr/>
        </p:nvSpPr>
        <p:spPr>
          <a:xfrm>
            <a:off x="7086600" y="1965960"/>
            <a:ext cx="4160520" cy="4114800"/>
          </a:xfrm>
          <a:prstGeom prst="rect">
            <a:avLst/>
          </a:prstGeom>
          <a:solidFill>
            <a:srgbClr val="F2F2F2"/>
          </a:solidFill>
          <a:ln w="12700">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36576"/>
          <a:lstStyle/>
          <a:p>
            <a:pPr algn="l">
              <a:spcBef>
                <a:spcPts val="0"/>
              </a:spcBef>
              <a:spcAft>
                <a:spcPts val="200"/>
              </a:spcAft>
            </a:pPr>
            <a:r>
              <a:rPr sz="1450" b="1">
                <a:solidFill>
                  <a:srgbClr val="595652"/>
                </a:solidFill>
                <a:latin typeface="Calibri"/>
              </a:rPr>
              <a:t>Los datos</a:t>
            </a:r>
          </a:p>
          <a:p>
            <a:pPr algn="l">
              <a:spcBef>
                <a:spcPts val="600"/>
              </a:spcBef>
              <a:spcAft>
                <a:spcPts val="200"/>
              </a:spcAft>
            </a:pPr>
            <a:r>
              <a:rPr sz="1300" b="0">
                <a:solidFill>
                  <a:srgbClr val="595652"/>
                </a:solidFill>
                <a:latin typeface="Calibri"/>
              </a:rPr>
              <a:t>iris (Fisher/Anderson): 150 flores, 3 especies,</a:t>
            </a:r>
          </a:p>
          <a:p>
            <a:pPr algn="l">
              <a:spcBef>
                <a:spcPts val="600"/>
              </a:spcBef>
              <a:spcAft>
                <a:spcPts val="200"/>
              </a:spcAft>
            </a:pPr>
            <a:r>
              <a:rPr sz="1300" b="0">
                <a:solidFill>
                  <a:srgbClr val="595652"/>
                </a:solidFill>
                <a:latin typeface="Calibri"/>
              </a:rPr>
              <a:t>4 medidas. Ejemplo clásico de MANOVA, incluido</a:t>
            </a:r>
          </a:p>
          <a:p>
            <a:pPr algn="l">
              <a:spcBef>
                <a:spcPts val="600"/>
              </a:spcBef>
              <a:spcAft>
                <a:spcPts val="200"/>
              </a:spcAft>
            </a:pPr>
            <a:r>
              <a:rPr sz="1300" b="0">
                <a:solidFill>
                  <a:srgbClr val="595652"/>
                </a:solidFill>
                <a:latin typeface="Calibri"/>
              </a:rPr>
              <a:t>en R con data(iris).</a:t>
            </a:r>
          </a:p>
          <a:p>
            <a:pPr algn="l">
              <a:spcBef>
                <a:spcPts val="600"/>
              </a:spcBef>
              <a:spcAft>
                <a:spcPts val="200"/>
              </a:spcAft>
            </a:pPr>
            <a:r>
              <a:rPr sz="1300" b="0">
                <a:solidFill>
                  <a:srgbClr val="595652"/>
                </a:solidFill>
                <a:latin typeface="Calibri"/>
              </a:rPr>
              <a:t/>
            </a:r>
          </a:p>
          <a:p>
            <a:pPr algn="l">
              <a:spcBef>
                <a:spcPts val="600"/>
              </a:spcBef>
              <a:spcAft>
                <a:spcPts val="200"/>
              </a:spcAft>
            </a:pPr>
            <a:r>
              <a:rPr sz="1300" b="0">
                <a:solidFill>
                  <a:srgbClr val="595652"/>
                </a:solidFill>
                <a:latin typeface="Calibri"/>
              </a:rPr>
              <a:t>Fuente R: función base manova(); paquete biotools.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A6B828"/>
                </a:solidFill>
                <a:latin typeface="Rockwell"/>
              </a:rPr>
              <a:t>Ejemplo en R: iris — resultado</a:t>
            </a:r>
          </a:p>
        </p:txBody>
      </p:sp>
      <p:sp>
        <p:nvSpPr>
          <p:cNvPr id="3" name="Rectangle 2"/>
          <p:cNvSpPr/>
          <p:nvPr/>
        </p:nvSpPr>
        <p:spPr>
          <a:xfrm>
            <a:off x="914400" y="1874519"/>
            <a:ext cx="6035040" cy="2514600"/>
          </a:xfrm>
          <a:prstGeom prst="rect">
            <a:avLst/>
          </a:prstGeom>
          <a:solidFill>
            <a:srgbClr val="F2F2F2"/>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200"/>
              </a:spcAft>
            </a:pPr>
            <a:r>
              <a:rPr sz="1100" b="0">
                <a:solidFill>
                  <a:srgbClr val="333333"/>
                </a:solidFill>
                <a:latin typeface="Consolas"/>
              </a:rPr>
              <a:t>          Df   Wilks  approx F  numDf  denDf   Pr(&gt;F)</a:t>
            </a:r>
          </a:p>
          <a:p>
            <a:pPr algn="l">
              <a:spcBef>
                <a:spcPts val="0"/>
              </a:spcBef>
              <a:spcAft>
                <a:spcPts val="200"/>
              </a:spcAft>
            </a:pPr>
            <a:r>
              <a:rPr sz="1100" b="0">
                <a:solidFill>
                  <a:srgbClr val="333333"/>
                </a:solidFill>
                <a:latin typeface="Consolas"/>
              </a:rPr>
              <a:t>Species    2  0.0234   199.15     8     288   &lt;2e-16 ***</a:t>
            </a:r>
          </a:p>
          <a:p>
            <a:pPr algn="l">
              <a:spcBef>
                <a:spcPts val="0"/>
              </a:spcBef>
              <a:spcAft>
                <a:spcPts val="200"/>
              </a:spcAft>
            </a:pPr>
            <a:r>
              <a:rPr sz="1100" b="0">
                <a:solidFill>
                  <a:srgbClr val="333333"/>
                </a:solidFill>
                <a:latin typeface="Consolas"/>
              </a:rPr>
              <a:t>Residuals 147</a:t>
            </a:r>
          </a:p>
          <a:p>
            <a:pPr algn="l">
              <a:spcBef>
                <a:spcPts val="0"/>
              </a:spcBef>
              <a:spcAft>
                <a:spcPts val="200"/>
              </a:spcAft>
            </a:pPr>
            <a:r>
              <a:rPr sz="1100" b="0">
                <a:solidFill>
                  <a:srgbClr val="333333"/>
                </a:solidFill>
                <a:latin typeface="Consolas"/>
              </a:rPr>
              <a:t> </a:t>
            </a:r>
          </a:p>
          <a:p>
            <a:pPr algn="l">
              <a:spcBef>
                <a:spcPts val="0"/>
              </a:spcBef>
              <a:spcAft>
                <a:spcPts val="200"/>
              </a:spcAft>
            </a:pPr>
            <a:r>
              <a:rPr sz="1100" b="0">
                <a:solidFill>
                  <a:srgbClr val="333333"/>
                </a:solidFill>
                <a:latin typeface="Consolas"/>
              </a:rPr>
              <a:t>Pillai=1.19   Lawley-Hotelling=32.48   Roy=32.19</a:t>
            </a:r>
          </a:p>
        </p:txBody>
      </p:sp>
      <p:sp>
        <p:nvSpPr>
          <p:cNvPr id="4" name="TextBox 3"/>
          <p:cNvSpPr txBox="1"/>
          <p:nvPr/>
        </p:nvSpPr>
        <p:spPr>
          <a:xfrm>
            <a:off x="914400" y="4526280"/>
            <a:ext cx="6035040" cy="1554480"/>
          </a:xfrm>
          <a:prstGeom prst="rect">
            <a:avLst/>
          </a:prstGeom>
          <a:noFill/>
        </p:spPr>
        <p:txBody>
          <a:bodyPr wrap="square" lIns="73152" rIns="73152" tIns="36576" bIns="36576">
            <a:spAutoFit/>
          </a:bodyPr>
          <a:lstStyle/>
          <a:p>
            <a:pPr algn="l">
              <a:spcBef>
                <a:spcPts val="0"/>
              </a:spcBef>
              <a:spcAft>
                <a:spcPts val="200"/>
              </a:spcAft>
            </a:pPr>
            <a:r>
              <a:rPr sz="1400" b="1">
                <a:solidFill>
                  <a:srgbClr val="262626"/>
                </a:solidFill>
                <a:latin typeface="Calibri"/>
              </a:rPr>
              <a:t>Decisión: </a:t>
            </a:r>
            <a:r>
              <a:rPr sz="1400" b="0">
                <a:solidFill>
                  <a:srgbClr val="262626"/>
                </a:solidFill>
                <a:latin typeface="Calibri"/>
              </a:rPr>
              <a:t>Λ de Wilks = 0.023, F ≈ 199 (gl 8, 288), p &lt; 0.001 → se rechaza H₀: las tres especies difieren en su vector de medias.</a:t>
            </a:r>
          </a:p>
        </p:txBody>
      </p:sp>
      <p:sp>
        <p:nvSpPr>
          <p:cNvPr id="5" name="Rectangle 4"/>
          <p:cNvSpPr/>
          <p:nvPr/>
        </p:nvSpPr>
        <p:spPr>
          <a:xfrm>
            <a:off x="7086600" y="1965960"/>
            <a:ext cx="4160520" cy="4114800"/>
          </a:xfrm>
          <a:prstGeom prst="rect">
            <a:avLst/>
          </a:prstGeom>
          <a:solidFill>
            <a:srgbClr val="F2F2F2"/>
          </a:solidFill>
          <a:ln w="12700">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36576"/>
          <a:lstStyle/>
          <a:p>
            <a:pPr algn="l">
              <a:spcBef>
                <a:spcPts val="0"/>
              </a:spcBef>
              <a:spcAft>
                <a:spcPts val="200"/>
              </a:spcAft>
            </a:pPr>
            <a:r>
              <a:rPr sz="1450" b="1">
                <a:solidFill>
                  <a:srgbClr val="595652"/>
                </a:solidFill>
                <a:latin typeface="Calibri"/>
              </a:rPr>
              <a:t>Interpretación</a:t>
            </a:r>
          </a:p>
          <a:p>
            <a:pPr algn="l">
              <a:spcBef>
                <a:spcPts val="600"/>
              </a:spcBef>
              <a:spcAft>
                <a:spcPts val="200"/>
              </a:spcAft>
            </a:pPr>
            <a:r>
              <a:rPr sz="1300" b="0">
                <a:solidFill>
                  <a:srgbClr val="595652"/>
                </a:solidFill>
                <a:latin typeface="Calibri"/>
              </a:rPr>
              <a:t>Los cuatro estadísticos coinciden: diferencia muy fuerte entre especies.</a:t>
            </a:r>
          </a:p>
          <a:p>
            <a:pPr algn="l">
              <a:spcBef>
                <a:spcPts val="600"/>
              </a:spcBef>
              <a:spcAft>
                <a:spcPts val="200"/>
              </a:spcAft>
            </a:pPr>
            <a:r>
              <a:rPr sz="1300" b="0">
                <a:solidFill>
                  <a:srgbClr val="595652"/>
                </a:solidFill>
                <a:latin typeface="Calibri"/>
              </a:rPr>
              <a:t>El post hoc y el discriminante muestran que el largo y ancho del pétalo son los que más separan las especies.</a:t>
            </a:r>
          </a:p>
          <a:p>
            <a:pPr algn="l">
              <a:spcBef>
                <a:spcPts val="600"/>
              </a:spcBef>
              <a:spcAft>
                <a:spcPts val="200"/>
              </a:spcAft>
            </a:pPr>
            <a:r>
              <a:rPr sz="1300" b="0">
                <a:solidFill>
                  <a:srgbClr val="595652"/>
                </a:solidFill>
                <a:latin typeface="Calibri"/>
              </a:rPr>
              <a:t>Verificado reproduciendo el análisis; coincide con la salida estándar de manova() en R.</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ase">
  <a:themeElements>
    <a:clrScheme name="Base">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2024-05-30T08:58:23Z</dcterms:created>
  <dc:creator>Sony</dc:creator>
</cp:coreProperties>
</file>